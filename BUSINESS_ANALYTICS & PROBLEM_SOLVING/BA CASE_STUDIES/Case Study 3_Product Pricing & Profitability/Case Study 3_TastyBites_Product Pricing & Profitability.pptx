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oto Sans Symbols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pZ0HqDiGC4U6hxjB/8UqgW63Y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Symbol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otoSansSymbols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3fb7c0b9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e3fb7c0b90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3fb7c0b9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e3fb7c0b90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16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3960"/>
            <a:ext cx="9143640" cy="515088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6"/>
          <p:cNvSpPr/>
          <p:nvPr/>
        </p:nvSpPr>
        <p:spPr>
          <a:xfrm>
            <a:off x="463320" y="237960"/>
            <a:ext cx="499320" cy="602640"/>
          </a:xfrm>
          <a:custGeom>
            <a:rect b="b" l="l" r="r" t="t"/>
            <a:pathLst>
              <a:path extrusionOk="0" h="751297" w="622539">
                <a:moveTo>
                  <a:pt x="311270" y="751297"/>
                </a:moveTo>
                <a:cubicBezTo>
                  <a:pt x="315645" y="385649"/>
                  <a:pt x="319395" y="381274"/>
                  <a:pt x="622539" y="375649"/>
                </a:cubicBezTo>
                <a:cubicBezTo>
                  <a:pt x="319395" y="370023"/>
                  <a:pt x="315645" y="366273"/>
                  <a:pt x="311270" y="0"/>
                </a:cubicBezTo>
                <a:cubicBezTo>
                  <a:pt x="306894" y="365648"/>
                  <a:pt x="303144" y="370023"/>
                  <a:pt x="0" y="375649"/>
                </a:cubicBezTo>
                <a:cubicBezTo>
                  <a:pt x="303144" y="381274"/>
                  <a:pt x="306894" y="385649"/>
                  <a:pt x="311270" y="75129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" name="Google Shape;9;p16"/>
          <p:cNvSpPr/>
          <p:nvPr/>
        </p:nvSpPr>
        <p:spPr>
          <a:xfrm>
            <a:off x="7993440" y="1105560"/>
            <a:ext cx="2027880" cy="1997640"/>
          </a:xfrm>
          <a:custGeom>
            <a:rect b="b" l="l" r="r" t="t"/>
            <a:pathLst>
              <a:path extrusionOk="0" h="1944496" w="1973873">
                <a:moveTo>
                  <a:pt x="1330709" y="1944497"/>
                </a:moveTo>
                <a:lnTo>
                  <a:pt x="987562" y="1251328"/>
                </a:lnTo>
                <a:lnTo>
                  <a:pt x="644416" y="1944497"/>
                </a:lnTo>
                <a:lnTo>
                  <a:pt x="827552" y="1193200"/>
                </a:lnTo>
                <a:lnTo>
                  <a:pt x="119382" y="1503844"/>
                </a:lnTo>
                <a:lnTo>
                  <a:pt x="741922" y="1045691"/>
                </a:lnTo>
                <a:lnTo>
                  <a:pt x="0" y="828177"/>
                </a:lnTo>
                <a:lnTo>
                  <a:pt x="771298" y="877555"/>
                </a:lnTo>
                <a:lnTo>
                  <a:pt x="342521" y="234390"/>
                </a:lnTo>
                <a:lnTo>
                  <a:pt x="901932" y="768173"/>
                </a:lnTo>
                <a:lnTo>
                  <a:pt x="986937" y="0"/>
                </a:lnTo>
                <a:lnTo>
                  <a:pt x="1071942" y="768173"/>
                </a:lnTo>
                <a:lnTo>
                  <a:pt x="1631353" y="234390"/>
                </a:lnTo>
                <a:lnTo>
                  <a:pt x="1202576" y="877555"/>
                </a:lnTo>
                <a:lnTo>
                  <a:pt x="1973874" y="828177"/>
                </a:lnTo>
                <a:lnTo>
                  <a:pt x="1231953" y="1045691"/>
                </a:lnTo>
                <a:lnTo>
                  <a:pt x="1854491" y="1503844"/>
                </a:lnTo>
                <a:lnTo>
                  <a:pt x="1146322" y="1193200"/>
                </a:lnTo>
                <a:lnTo>
                  <a:pt x="1330709" y="1944497"/>
                </a:lnTo>
                <a:close/>
                <a:moveTo>
                  <a:pt x="987562" y="1234453"/>
                </a:moveTo>
                <a:lnTo>
                  <a:pt x="1306957" y="1879493"/>
                </a:lnTo>
                <a:lnTo>
                  <a:pt x="1136946" y="1180074"/>
                </a:lnTo>
                <a:lnTo>
                  <a:pt x="1795738" y="1468842"/>
                </a:lnTo>
                <a:lnTo>
                  <a:pt x="1216327" y="1042565"/>
                </a:lnTo>
                <a:lnTo>
                  <a:pt x="1223827" y="1040690"/>
                </a:lnTo>
                <a:lnTo>
                  <a:pt x="1906995" y="840678"/>
                </a:lnTo>
                <a:lnTo>
                  <a:pt x="1188825" y="886931"/>
                </a:lnTo>
                <a:lnTo>
                  <a:pt x="1587600" y="288143"/>
                </a:lnTo>
                <a:lnTo>
                  <a:pt x="1066942" y="785049"/>
                </a:lnTo>
                <a:lnTo>
                  <a:pt x="987562" y="69379"/>
                </a:lnTo>
                <a:lnTo>
                  <a:pt x="908182" y="784424"/>
                </a:lnTo>
                <a:lnTo>
                  <a:pt x="387524" y="287518"/>
                </a:lnTo>
                <a:lnTo>
                  <a:pt x="786299" y="886306"/>
                </a:lnTo>
                <a:lnTo>
                  <a:pt x="778799" y="885680"/>
                </a:lnTo>
                <a:lnTo>
                  <a:pt x="68754" y="840053"/>
                </a:lnTo>
                <a:lnTo>
                  <a:pt x="758798" y="1042565"/>
                </a:lnTo>
                <a:lnTo>
                  <a:pt x="752547" y="1046941"/>
                </a:lnTo>
                <a:lnTo>
                  <a:pt x="179386" y="1468842"/>
                </a:lnTo>
                <a:lnTo>
                  <a:pt x="838178" y="1180074"/>
                </a:lnTo>
                <a:lnTo>
                  <a:pt x="668167" y="1879493"/>
                </a:lnTo>
                <a:lnTo>
                  <a:pt x="987562" y="1234453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0" name="Google Shape;10;p16"/>
          <p:cNvGrpSpPr/>
          <p:nvPr/>
        </p:nvGrpSpPr>
        <p:grpSpPr>
          <a:xfrm>
            <a:off x="6991560" y="4513680"/>
            <a:ext cx="930960" cy="930960"/>
            <a:chOff x="6991560" y="4513680"/>
            <a:chExt cx="930960" cy="930960"/>
          </a:xfrm>
        </p:grpSpPr>
        <p:sp>
          <p:nvSpPr>
            <p:cNvPr id="11" name="Google Shape;11;p16"/>
            <p:cNvSpPr/>
            <p:nvPr/>
          </p:nvSpPr>
          <p:spPr>
            <a:xfrm>
              <a:off x="7507440" y="4957560"/>
              <a:ext cx="415080" cy="42840"/>
            </a:xfrm>
            <a:custGeom>
              <a:rect b="b" l="l" r="r" t="t"/>
              <a:pathLst>
                <a:path extrusionOk="0" h="54004" w="517688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" name="Google Shape;12;p16"/>
            <p:cNvSpPr/>
            <p:nvPr/>
          </p:nvSpPr>
          <p:spPr>
            <a:xfrm>
              <a:off x="7435800" y="5029560"/>
              <a:ext cx="42840" cy="415080"/>
            </a:xfrm>
            <a:custGeom>
              <a:rect b="b" l="l" r="r" t="t"/>
              <a:pathLst>
                <a:path extrusionOk="0" h="517688" w="53781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" name="Google Shape;13;p16"/>
            <p:cNvSpPr/>
            <p:nvPr/>
          </p:nvSpPr>
          <p:spPr>
            <a:xfrm>
              <a:off x="6991560" y="4957560"/>
              <a:ext cx="415080" cy="42840"/>
            </a:xfrm>
            <a:custGeom>
              <a:rect b="b" l="l" r="r" t="t"/>
              <a:pathLst>
                <a:path extrusionOk="0" h="54004" w="517688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" name="Google Shape;14;p16"/>
            <p:cNvSpPr/>
            <p:nvPr/>
          </p:nvSpPr>
          <p:spPr>
            <a:xfrm>
              <a:off x="7435800" y="4513680"/>
              <a:ext cx="42840" cy="415080"/>
            </a:xfrm>
            <a:custGeom>
              <a:rect b="b" l="l" r="r" t="t"/>
              <a:pathLst>
                <a:path extrusionOk="0" h="517688" w="54004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" name="Google Shape;15;p16"/>
            <p:cNvSpPr/>
            <p:nvPr/>
          </p:nvSpPr>
          <p:spPr>
            <a:xfrm>
              <a:off x="7493040" y="4648320"/>
              <a:ext cx="295200" cy="294840"/>
            </a:xfrm>
            <a:custGeom>
              <a:rect b="b" l="l" r="r" t="t"/>
              <a:pathLst>
                <a:path extrusionOk="0" h="367995" w="368244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" name="Google Shape;16;p16"/>
            <p:cNvSpPr/>
            <p:nvPr/>
          </p:nvSpPr>
          <p:spPr>
            <a:xfrm>
              <a:off x="7406640" y="4929120"/>
              <a:ext cx="100800" cy="100800"/>
            </a:xfrm>
            <a:custGeom>
              <a:rect b="b" l="l" r="r" t="t"/>
              <a:pathLst>
                <a:path extrusionOk="0" h="126258" w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" name="Google Shape;17;p16"/>
            <p:cNvSpPr/>
            <p:nvPr/>
          </p:nvSpPr>
          <p:spPr>
            <a:xfrm>
              <a:off x="7493040" y="5015160"/>
              <a:ext cx="294840" cy="295200"/>
            </a:xfrm>
            <a:custGeom>
              <a:rect b="b" l="l" r="r" t="t"/>
              <a:pathLst>
                <a:path extrusionOk="0" h="368245" w="367994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" name="Google Shape;18;p16"/>
            <p:cNvSpPr/>
            <p:nvPr/>
          </p:nvSpPr>
          <p:spPr>
            <a:xfrm>
              <a:off x="7126200" y="5015160"/>
              <a:ext cx="295200" cy="294840"/>
            </a:xfrm>
            <a:custGeom>
              <a:rect b="b" l="l" r="r" t="t"/>
              <a:pathLst>
                <a:path extrusionOk="0" h="367995" w="36824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" name="Google Shape;19;p16"/>
            <p:cNvSpPr/>
            <p:nvPr/>
          </p:nvSpPr>
          <p:spPr>
            <a:xfrm>
              <a:off x="7126200" y="4648320"/>
              <a:ext cx="294840" cy="295200"/>
            </a:xfrm>
            <a:custGeom>
              <a:rect b="b" l="l" r="r" t="t"/>
              <a:pathLst>
                <a:path extrusionOk="0" h="368245" w="36799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0" name="Google Shape;20;p16"/>
          <p:cNvSpPr txBox="1"/>
          <p:nvPr>
            <p:ph type="title"/>
          </p:nvPr>
        </p:nvSpPr>
        <p:spPr>
          <a:xfrm>
            <a:off x="1842480" y="1156680"/>
            <a:ext cx="5425920" cy="17427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" name="Google Shape;21;p16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9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 flipH="1">
            <a:off x="360" y="-3960"/>
            <a:ext cx="9143640" cy="51508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19"/>
          <p:cNvGrpSpPr/>
          <p:nvPr/>
        </p:nvGrpSpPr>
        <p:grpSpPr>
          <a:xfrm>
            <a:off x="-1559160" y="-1129320"/>
            <a:ext cx="2771280" cy="2771640"/>
            <a:chOff x="-1559160" y="-1129320"/>
            <a:chExt cx="2771280" cy="2771640"/>
          </a:xfrm>
        </p:grpSpPr>
        <p:sp>
          <p:nvSpPr>
            <p:cNvPr id="25" name="Google Shape;25;p19"/>
            <p:cNvSpPr/>
            <p:nvPr/>
          </p:nvSpPr>
          <p:spPr>
            <a:xfrm>
              <a:off x="-1559160" y="193320"/>
              <a:ext cx="1264320" cy="127080"/>
            </a:xfrm>
            <a:custGeom>
              <a:rect b="b" l="l" r="r" t="t"/>
              <a:pathLst>
                <a:path extrusionOk="0" h="158763" w="1575723">
                  <a:moveTo>
                    <a:pt x="1099444" y="158764"/>
                  </a:moveTo>
                  <a:cubicBezTo>
                    <a:pt x="888806" y="158764"/>
                    <a:pt x="617539" y="138137"/>
                    <a:pt x="266891" y="111886"/>
                  </a:cubicBezTo>
                  <a:cubicBezTo>
                    <a:pt x="186262" y="105635"/>
                    <a:pt x="101881" y="99385"/>
                    <a:pt x="12501" y="93135"/>
                  </a:cubicBezTo>
                  <a:cubicBezTo>
                    <a:pt x="5000" y="92510"/>
                    <a:pt x="0" y="86884"/>
                    <a:pt x="0" y="79384"/>
                  </a:cubicBezTo>
                  <a:cubicBezTo>
                    <a:pt x="0" y="71883"/>
                    <a:pt x="5000" y="66258"/>
                    <a:pt x="12501" y="65633"/>
                  </a:cubicBezTo>
                  <a:cubicBezTo>
                    <a:pt x="101256" y="59382"/>
                    <a:pt x="186262" y="52507"/>
                    <a:pt x="266891" y="46882"/>
                  </a:cubicBezTo>
                  <a:cubicBezTo>
                    <a:pt x="961936" y="-5622"/>
                    <a:pt x="1344459" y="-34374"/>
                    <a:pt x="1562598" y="73133"/>
                  </a:cubicBezTo>
                  <a:lnTo>
                    <a:pt x="1575724" y="79384"/>
                  </a:lnTo>
                  <a:lnTo>
                    <a:pt x="1562598" y="85634"/>
                  </a:lnTo>
                  <a:cubicBezTo>
                    <a:pt x="1454466" y="138762"/>
                    <a:pt x="1306332" y="158764"/>
                    <a:pt x="1099444" y="158764"/>
                  </a:cubicBezTo>
                  <a:close/>
                  <a:moveTo>
                    <a:pt x="23751" y="79384"/>
                  </a:moveTo>
                  <a:cubicBezTo>
                    <a:pt x="108757" y="85634"/>
                    <a:pt x="190012" y="91884"/>
                    <a:pt x="268142" y="97510"/>
                  </a:cubicBezTo>
                  <a:cubicBezTo>
                    <a:pt x="946310" y="148763"/>
                    <a:pt x="1326333" y="177515"/>
                    <a:pt x="1543222" y="79384"/>
                  </a:cubicBezTo>
                  <a:cubicBezTo>
                    <a:pt x="1326333" y="-18748"/>
                    <a:pt x="946935" y="10004"/>
                    <a:pt x="268767" y="61258"/>
                  </a:cubicBezTo>
                  <a:cubicBezTo>
                    <a:pt x="190637" y="66883"/>
                    <a:pt x="109382" y="73133"/>
                    <a:pt x="23751" y="79384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" name="Google Shape;26;p19"/>
            <p:cNvSpPr/>
            <p:nvPr/>
          </p:nvSpPr>
          <p:spPr>
            <a:xfrm>
              <a:off x="-237240" y="-1129320"/>
              <a:ext cx="127080" cy="1264320"/>
            </a:xfrm>
            <a:custGeom>
              <a:rect b="b" l="l" r="r" t="t"/>
              <a:pathLst>
                <a:path extrusionOk="0" h="1575723" w="158767">
                  <a:moveTo>
                    <a:pt x="79383" y="1575724"/>
                  </a:moveTo>
                  <a:lnTo>
                    <a:pt x="73133" y="1562598"/>
                  </a:lnTo>
                  <a:cubicBezTo>
                    <a:pt x="-34373" y="1344459"/>
                    <a:pt x="-5622" y="961935"/>
                    <a:pt x="46882" y="266892"/>
                  </a:cubicBezTo>
                  <a:cubicBezTo>
                    <a:pt x="53132" y="186262"/>
                    <a:pt x="59382" y="101256"/>
                    <a:pt x="65633" y="12501"/>
                  </a:cubicBezTo>
                  <a:lnTo>
                    <a:pt x="65633" y="12501"/>
                  </a:lnTo>
                  <a:cubicBezTo>
                    <a:pt x="66258" y="5000"/>
                    <a:pt x="71883" y="0"/>
                    <a:pt x="79383" y="0"/>
                  </a:cubicBezTo>
                  <a:cubicBezTo>
                    <a:pt x="79383" y="0"/>
                    <a:pt x="79383" y="0"/>
                    <a:pt x="79383" y="0"/>
                  </a:cubicBezTo>
                  <a:cubicBezTo>
                    <a:pt x="86884" y="0"/>
                    <a:pt x="92509" y="5000"/>
                    <a:pt x="93135" y="12501"/>
                  </a:cubicBezTo>
                  <a:cubicBezTo>
                    <a:pt x="99385" y="101881"/>
                    <a:pt x="106260" y="186262"/>
                    <a:pt x="111886" y="266892"/>
                  </a:cubicBezTo>
                  <a:cubicBezTo>
                    <a:pt x="164389" y="961935"/>
                    <a:pt x="193141" y="1344459"/>
                    <a:pt x="85634" y="1561973"/>
                  </a:cubicBezTo>
                  <a:lnTo>
                    <a:pt x="79383" y="1575724"/>
                  </a:lnTo>
                  <a:close/>
                  <a:moveTo>
                    <a:pt x="79383" y="24377"/>
                  </a:moveTo>
                  <a:cubicBezTo>
                    <a:pt x="73133" y="110007"/>
                    <a:pt x="66883" y="191262"/>
                    <a:pt x="61257" y="268767"/>
                  </a:cubicBezTo>
                  <a:cubicBezTo>
                    <a:pt x="10004" y="946934"/>
                    <a:pt x="-18747" y="1326333"/>
                    <a:pt x="79383" y="1543222"/>
                  </a:cubicBezTo>
                  <a:cubicBezTo>
                    <a:pt x="177515" y="1326333"/>
                    <a:pt x="148763" y="946934"/>
                    <a:pt x="97510" y="268767"/>
                  </a:cubicBezTo>
                  <a:cubicBezTo>
                    <a:pt x="91884" y="191262"/>
                    <a:pt x="85634" y="109382"/>
                    <a:pt x="79383" y="24377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" name="Google Shape;27;p19"/>
            <p:cNvSpPr/>
            <p:nvPr/>
          </p:nvSpPr>
          <p:spPr>
            <a:xfrm>
              <a:off x="-237240" y="378000"/>
              <a:ext cx="127080" cy="1264320"/>
            </a:xfrm>
            <a:custGeom>
              <a:rect b="b" l="l" r="r" t="t"/>
              <a:pathLst>
                <a:path extrusionOk="0" h="1575724" w="158767">
                  <a:moveTo>
                    <a:pt x="79383" y="1575724"/>
                  </a:moveTo>
                  <a:cubicBezTo>
                    <a:pt x="71883" y="1575724"/>
                    <a:pt x="66258" y="1570724"/>
                    <a:pt x="65633" y="1563223"/>
                  </a:cubicBezTo>
                  <a:cubicBezTo>
                    <a:pt x="59382" y="1474468"/>
                    <a:pt x="52507" y="1389462"/>
                    <a:pt x="46882" y="1308832"/>
                  </a:cubicBezTo>
                  <a:cubicBezTo>
                    <a:pt x="-5622" y="613788"/>
                    <a:pt x="-34373" y="231265"/>
                    <a:pt x="73133" y="13126"/>
                  </a:cubicBezTo>
                  <a:lnTo>
                    <a:pt x="79383" y="0"/>
                  </a:lnTo>
                  <a:lnTo>
                    <a:pt x="85634" y="13126"/>
                  </a:lnTo>
                  <a:cubicBezTo>
                    <a:pt x="193141" y="231265"/>
                    <a:pt x="164389" y="613788"/>
                    <a:pt x="111886" y="1308207"/>
                  </a:cubicBezTo>
                  <a:cubicBezTo>
                    <a:pt x="105636" y="1388837"/>
                    <a:pt x="99385" y="1473843"/>
                    <a:pt x="93135" y="1563223"/>
                  </a:cubicBezTo>
                  <a:cubicBezTo>
                    <a:pt x="92509" y="1570724"/>
                    <a:pt x="86884" y="1575724"/>
                    <a:pt x="79383" y="1575724"/>
                  </a:cubicBezTo>
                  <a:cubicBezTo>
                    <a:pt x="79383" y="1575724"/>
                    <a:pt x="79383" y="1575724"/>
                    <a:pt x="79383" y="1575724"/>
                  </a:cubicBezTo>
                  <a:close/>
                  <a:moveTo>
                    <a:pt x="79383" y="33127"/>
                  </a:moveTo>
                  <a:cubicBezTo>
                    <a:pt x="-18747" y="250016"/>
                    <a:pt x="10004" y="630040"/>
                    <a:pt x="61257" y="1307582"/>
                  </a:cubicBezTo>
                  <a:cubicBezTo>
                    <a:pt x="66883" y="1385087"/>
                    <a:pt x="73133" y="1466342"/>
                    <a:pt x="79383" y="1551973"/>
                  </a:cubicBezTo>
                  <a:cubicBezTo>
                    <a:pt x="85634" y="1466342"/>
                    <a:pt x="91884" y="1385087"/>
                    <a:pt x="97510" y="1307582"/>
                  </a:cubicBezTo>
                  <a:cubicBezTo>
                    <a:pt x="148763" y="629414"/>
                    <a:pt x="177515" y="250016"/>
                    <a:pt x="79383" y="33127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" name="Google Shape;28;p19"/>
            <p:cNvSpPr/>
            <p:nvPr/>
          </p:nvSpPr>
          <p:spPr>
            <a:xfrm>
              <a:off x="-52200" y="193320"/>
              <a:ext cx="1264320" cy="127080"/>
            </a:xfrm>
            <a:custGeom>
              <a:rect b="b" l="l" r="r" t="t"/>
              <a:pathLst>
                <a:path extrusionOk="0" h="158763" w="1575723">
                  <a:moveTo>
                    <a:pt x="476280" y="158764"/>
                  </a:moveTo>
                  <a:cubicBezTo>
                    <a:pt x="269392" y="158764"/>
                    <a:pt x="120632" y="138762"/>
                    <a:pt x="13126" y="85634"/>
                  </a:cubicBezTo>
                  <a:lnTo>
                    <a:pt x="0" y="79384"/>
                  </a:lnTo>
                  <a:lnTo>
                    <a:pt x="13126" y="73133"/>
                  </a:lnTo>
                  <a:cubicBezTo>
                    <a:pt x="231265" y="-34374"/>
                    <a:pt x="613788" y="-5622"/>
                    <a:pt x="1308832" y="46882"/>
                  </a:cubicBezTo>
                  <a:cubicBezTo>
                    <a:pt x="1389462" y="53132"/>
                    <a:pt x="1474467" y="59382"/>
                    <a:pt x="1563223" y="65633"/>
                  </a:cubicBezTo>
                  <a:cubicBezTo>
                    <a:pt x="1570723" y="66258"/>
                    <a:pt x="1575724" y="71883"/>
                    <a:pt x="1575724" y="79384"/>
                  </a:cubicBezTo>
                  <a:cubicBezTo>
                    <a:pt x="1575724" y="86884"/>
                    <a:pt x="1570723" y="92510"/>
                    <a:pt x="1563223" y="93135"/>
                  </a:cubicBezTo>
                  <a:cubicBezTo>
                    <a:pt x="1474467" y="99385"/>
                    <a:pt x="1389462" y="106260"/>
                    <a:pt x="1308832" y="111886"/>
                  </a:cubicBezTo>
                  <a:cubicBezTo>
                    <a:pt x="958185" y="138137"/>
                    <a:pt x="686918" y="158764"/>
                    <a:pt x="476280" y="158764"/>
                  </a:cubicBezTo>
                  <a:close/>
                  <a:moveTo>
                    <a:pt x="33127" y="79384"/>
                  </a:moveTo>
                  <a:cubicBezTo>
                    <a:pt x="250016" y="177515"/>
                    <a:pt x="630039" y="148763"/>
                    <a:pt x="1308207" y="97510"/>
                  </a:cubicBezTo>
                  <a:cubicBezTo>
                    <a:pt x="1385712" y="91884"/>
                    <a:pt x="1466967" y="85634"/>
                    <a:pt x="1552597" y="79384"/>
                  </a:cubicBezTo>
                  <a:cubicBezTo>
                    <a:pt x="1466967" y="73133"/>
                    <a:pt x="1385712" y="66883"/>
                    <a:pt x="1308207" y="61258"/>
                  </a:cubicBezTo>
                  <a:cubicBezTo>
                    <a:pt x="629414" y="10004"/>
                    <a:pt x="249390" y="-18748"/>
                    <a:pt x="33127" y="79384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" name="Google Shape;29;p19"/>
            <p:cNvSpPr/>
            <p:nvPr/>
          </p:nvSpPr>
          <p:spPr>
            <a:xfrm>
              <a:off x="-1156680" y="343440"/>
              <a:ext cx="897120" cy="896760"/>
            </a:xfrm>
            <a:custGeom>
              <a:rect b="b" l="l" r="r" t="t"/>
              <a:pathLst>
                <a:path extrusionOk="0" h="1117570" w="1117897">
                  <a:moveTo>
                    <a:pt x="13453" y="1117570"/>
                  </a:moveTo>
                  <a:cubicBezTo>
                    <a:pt x="10328" y="1117570"/>
                    <a:pt x="6578" y="1116320"/>
                    <a:pt x="4077" y="1113195"/>
                  </a:cubicBezTo>
                  <a:cubicBezTo>
                    <a:pt x="-923" y="1108195"/>
                    <a:pt x="-1548" y="1100069"/>
                    <a:pt x="3452" y="1095069"/>
                  </a:cubicBezTo>
                  <a:cubicBezTo>
                    <a:pt x="61581" y="1027565"/>
                    <a:pt x="117210" y="963185"/>
                    <a:pt x="169713" y="901932"/>
                  </a:cubicBezTo>
                  <a:cubicBezTo>
                    <a:pt x="624116" y="373773"/>
                    <a:pt x="874132" y="82505"/>
                    <a:pt x="1104147" y="4375"/>
                  </a:cubicBezTo>
                  <a:lnTo>
                    <a:pt x="1117897" y="0"/>
                  </a:lnTo>
                  <a:lnTo>
                    <a:pt x="1113522" y="13751"/>
                  </a:lnTo>
                  <a:cubicBezTo>
                    <a:pt x="1035392" y="243765"/>
                    <a:pt x="744124" y="493781"/>
                    <a:pt x="215966" y="948184"/>
                  </a:cubicBezTo>
                  <a:cubicBezTo>
                    <a:pt x="154712" y="1000688"/>
                    <a:pt x="90333" y="1056316"/>
                    <a:pt x="22204" y="1115070"/>
                  </a:cubicBezTo>
                  <a:lnTo>
                    <a:pt x="22204" y="1115070"/>
                  </a:lnTo>
                  <a:cubicBezTo>
                    <a:pt x="19703" y="1116320"/>
                    <a:pt x="16578" y="1117570"/>
                    <a:pt x="13453" y="1117570"/>
                  </a:cubicBezTo>
                  <a:close/>
                  <a:moveTo>
                    <a:pt x="1094771" y="22501"/>
                  </a:moveTo>
                  <a:cubicBezTo>
                    <a:pt x="872257" y="106257"/>
                    <a:pt x="624116" y="395025"/>
                    <a:pt x="180963" y="910682"/>
                  </a:cubicBezTo>
                  <a:cubicBezTo>
                    <a:pt x="130335" y="970061"/>
                    <a:pt x="77207" y="1031940"/>
                    <a:pt x="20953" y="1096319"/>
                  </a:cubicBezTo>
                  <a:cubicBezTo>
                    <a:pt x="85958" y="1040065"/>
                    <a:pt x="147836" y="986937"/>
                    <a:pt x="206590" y="936309"/>
                  </a:cubicBezTo>
                  <a:cubicBezTo>
                    <a:pt x="722247" y="493156"/>
                    <a:pt x="1011016" y="245015"/>
                    <a:pt x="1094771" y="2250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" name="Google Shape;30;p19"/>
            <p:cNvSpPr/>
            <p:nvPr/>
          </p:nvSpPr>
          <p:spPr>
            <a:xfrm>
              <a:off x="-87120" y="343440"/>
              <a:ext cx="897120" cy="896760"/>
            </a:xfrm>
            <a:custGeom>
              <a:rect b="b" l="l" r="r" t="t"/>
              <a:pathLst>
                <a:path extrusionOk="0" h="1117570" w="1117897">
                  <a:moveTo>
                    <a:pt x="1103819" y="1117570"/>
                  </a:moveTo>
                  <a:cubicBezTo>
                    <a:pt x="1100694" y="1117570"/>
                    <a:pt x="1097569" y="1116320"/>
                    <a:pt x="1095069" y="1114445"/>
                  </a:cubicBezTo>
                  <a:cubicBezTo>
                    <a:pt x="1027564" y="1056316"/>
                    <a:pt x="963185" y="1000688"/>
                    <a:pt x="901931" y="948184"/>
                  </a:cubicBezTo>
                  <a:cubicBezTo>
                    <a:pt x="373148" y="493781"/>
                    <a:pt x="82505" y="243765"/>
                    <a:pt x="4375" y="13751"/>
                  </a:cubicBezTo>
                  <a:lnTo>
                    <a:pt x="0" y="0"/>
                  </a:lnTo>
                  <a:lnTo>
                    <a:pt x="13751" y="4375"/>
                  </a:lnTo>
                  <a:cubicBezTo>
                    <a:pt x="243765" y="82505"/>
                    <a:pt x="493781" y="373773"/>
                    <a:pt x="948184" y="901932"/>
                  </a:cubicBezTo>
                  <a:cubicBezTo>
                    <a:pt x="1000688" y="963185"/>
                    <a:pt x="1056316" y="1027565"/>
                    <a:pt x="1114445" y="1095069"/>
                  </a:cubicBezTo>
                  <a:lnTo>
                    <a:pt x="1114445" y="1095069"/>
                  </a:lnTo>
                  <a:cubicBezTo>
                    <a:pt x="1119445" y="1100694"/>
                    <a:pt x="1118820" y="1108195"/>
                    <a:pt x="1113820" y="1113820"/>
                  </a:cubicBezTo>
                  <a:cubicBezTo>
                    <a:pt x="1110695" y="1116320"/>
                    <a:pt x="1107569" y="1117570"/>
                    <a:pt x="1103819" y="1117570"/>
                  </a:cubicBezTo>
                  <a:close/>
                  <a:moveTo>
                    <a:pt x="22501" y="22501"/>
                  </a:moveTo>
                  <a:cubicBezTo>
                    <a:pt x="106257" y="245015"/>
                    <a:pt x="395025" y="493156"/>
                    <a:pt x="910682" y="936934"/>
                  </a:cubicBezTo>
                  <a:cubicBezTo>
                    <a:pt x="969436" y="987562"/>
                    <a:pt x="1031940" y="1040690"/>
                    <a:pt x="1096318" y="1096944"/>
                  </a:cubicBezTo>
                  <a:cubicBezTo>
                    <a:pt x="1040690" y="1031940"/>
                    <a:pt x="986936" y="970061"/>
                    <a:pt x="936308" y="911307"/>
                  </a:cubicBezTo>
                  <a:cubicBezTo>
                    <a:pt x="493781" y="395025"/>
                    <a:pt x="245640" y="106257"/>
                    <a:pt x="22501" y="2250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" name="Google Shape;31;p19"/>
            <p:cNvSpPr/>
            <p:nvPr/>
          </p:nvSpPr>
          <p:spPr>
            <a:xfrm>
              <a:off x="-87840" y="-726480"/>
              <a:ext cx="897120" cy="897480"/>
            </a:xfrm>
            <a:custGeom>
              <a:rect b="b" l="l" r="r" t="t"/>
              <a:pathLst>
                <a:path extrusionOk="0" h="1118522" w="1117897">
                  <a:moveTo>
                    <a:pt x="0" y="1118522"/>
                  </a:moveTo>
                  <a:lnTo>
                    <a:pt x="4376" y="1104772"/>
                  </a:lnTo>
                  <a:cubicBezTo>
                    <a:pt x="82506" y="874757"/>
                    <a:pt x="373774" y="624741"/>
                    <a:pt x="901932" y="170338"/>
                  </a:cubicBezTo>
                  <a:cubicBezTo>
                    <a:pt x="963186" y="117835"/>
                    <a:pt x="1027565" y="62206"/>
                    <a:pt x="1095694" y="3452"/>
                  </a:cubicBezTo>
                  <a:cubicBezTo>
                    <a:pt x="1101320" y="-1548"/>
                    <a:pt x="1108820" y="-923"/>
                    <a:pt x="1113821" y="4077"/>
                  </a:cubicBezTo>
                  <a:cubicBezTo>
                    <a:pt x="1118820" y="9078"/>
                    <a:pt x="1119446" y="17203"/>
                    <a:pt x="1114445" y="22204"/>
                  </a:cubicBezTo>
                  <a:lnTo>
                    <a:pt x="1114445" y="22204"/>
                  </a:lnTo>
                  <a:cubicBezTo>
                    <a:pt x="1056316" y="89708"/>
                    <a:pt x="1000689" y="154087"/>
                    <a:pt x="948185" y="215341"/>
                  </a:cubicBezTo>
                  <a:cubicBezTo>
                    <a:pt x="493781" y="743499"/>
                    <a:pt x="243765" y="1034767"/>
                    <a:pt x="13751" y="1112897"/>
                  </a:cubicBezTo>
                  <a:lnTo>
                    <a:pt x="0" y="1118522"/>
                  </a:lnTo>
                  <a:close/>
                  <a:moveTo>
                    <a:pt x="1103820" y="13453"/>
                  </a:moveTo>
                  <a:cubicBezTo>
                    <a:pt x="1036940" y="72832"/>
                    <a:pt x="972562" y="128460"/>
                    <a:pt x="911308" y="180963"/>
                  </a:cubicBezTo>
                  <a:cubicBezTo>
                    <a:pt x="395650" y="624116"/>
                    <a:pt x="106882" y="872257"/>
                    <a:pt x="23127" y="1094771"/>
                  </a:cubicBezTo>
                  <a:cubicBezTo>
                    <a:pt x="245641" y="1011016"/>
                    <a:pt x="493781" y="722248"/>
                    <a:pt x="937559" y="206590"/>
                  </a:cubicBezTo>
                  <a:cubicBezTo>
                    <a:pt x="990062" y="145336"/>
                    <a:pt x="1045691" y="80957"/>
                    <a:pt x="1103820" y="13453"/>
                  </a:cubicBezTo>
                  <a:lnTo>
                    <a:pt x="1109445" y="18453"/>
                  </a:lnTo>
                  <a:lnTo>
                    <a:pt x="1103820" y="13453"/>
                  </a:lnTo>
                  <a:lnTo>
                    <a:pt x="1109445" y="18453"/>
                  </a:lnTo>
                  <a:lnTo>
                    <a:pt x="1103820" y="13453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" name="Google Shape;32;p19"/>
            <p:cNvSpPr/>
            <p:nvPr/>
          </p:nvSpPr>
          <p:spPr>
            <a:xfrm>
              <a:off x="-1156680" y="-726120"/>
              <a:ext cx="897480" cy="897120"/>
            </a:xfrm>
            <a:custGeom>
              <a:rect b="b" l="l" r="r" t="t"/>
              <a:pathLst>
                <a:path extrusionOk="0" h="1117897" w="1118522">
                  <a:moveTo>
                    <a:pt x="1118522" y="1117897"/>
                  </a:moveTo>
                  <a:lnTo>
                    <a:pt x="1104772" y="1113522"/>
                  </a:lnTo>
                  <a:cubicBezTo>
                    <a:pt x="874757" y="1035392"/>
                    <a:pt x="624741" y="744124"/>
                    <a:pt x="170338" y="215966"/>
                  </a:cubicBezTo>
                  <a:cubicBezTo>
                    <a:pt x="117834" y="154712"/>
                    <a:pt x="62206" y="90333"/>
                    <a:pt x="3452" y="22204"/>
                  </a:cubicBezTo>
                  <a:lnTo>
                    <a:pt x="3452" y="22204"/>
                  </a:lnTo>
                  <a:cubicBezTo>
                    <a:pt x="-1548" y="16578"/>
                    <a:pt x="-923" y="9078"/>
                    <a:pt x="4077" y="4077"/>
                  </a:cubicBezTo>
                  <a:cubicBezTo>
                    <a:pt x="9077" y="-923"/>
                    <a:pt x="17203" y="-1548"/>
                    <a:pt x="22828" y="3452"/>
                  </a:cubicBezTo>
                  <a:cubicBezTo>
                    <a:pt x="90333" y="61581"/>
                    <a:pt x="154712" y="117209"/>
                    <a:pt x="216591" y="170338"/>
                  </a:cubicBezTo>
                  <a:cubicBezTo>
                    <a:pt x="744749" y="624741"/>
                    <a:pt x="1036017" y="874757"/>
                    <a:pt x="1114147" y="1104771"/>
                  </a:cubicBezTo>
                  <a:lnTo>
                    <a:pt x="1118522" y="1117897"/>
                  </a:lnTo>
                  <a:close/>
                  <a:moveTo>
                    <a:pt x="20953" y="20953"/>
                  </a:moveTo>
                  <a:cubicBezTo>
                    <a:pt x="77207" y="85958"/>
                    <a:pt x="130335" y="147836"/>
                    <a:pt x="180963" y="206590"/>
                  </a:cubicBezTo>
                  <a:cubicBezTo>
                    <a:pt x="624116" y="722248"/>
                    <a:pt x="872257" y="1011016"/>
                    <a:pt x="1094771" y="1094771"/>
                  </a:cubicBezTo>
                  <a:cubicBezTo>
                    <a:pt x="1011016" y="872257"/>
                    <a:pt x="722247" y="624116"/>
                    <a:pt x="206590" y="180963"/>
                  </a:cubicBezTo>
                  <a:cubicBezTo>
                    <a:pt x="147836" y="129710"/>
                    <a:pt x="85958" y="76582"/>
                    <a:pt x="20953" y="20953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" name="Google Shape;33;p19"/>
            <p:cNvSpPr/>
            <p:nvPr/>
          </p:nvSpPr>
          <p:spPr>
            <a:xfrm>
              <a:off x="-1390680" y="-222120"/>
              <a:ext cx="1111680" cy="439920"/>
            </a:xfrm>
            <a:custGeom>
              <a:rect b="b" l="l" r="r" t="t"/>
              <a:pathLst>
                <a:path extrusionOk="0" h="548695" w="1385324">
                  <a:moveTo>
                    <a:pt x="1330322" y="548695"/>
                  </a:moveTo>
                  <a:cubicBezTo>
                    <a:pt x="1104057" y="548695"/>
                    <a:pt x="782787" y="394936"/>
                    <a:pt x="224627" y="128669"/>
                  </a:cubicBezTo>
                  <a:cubicBezTo>
                    <a:pt x="155873" y="96167"/>
                    <a:pt x="83993" y="61165"/>
                    <a:pt x="7739" y="25538"/>
                  </a:cubicBezTo>
                  <a:cubicBezTo>
                    <a:pt x="1488" y="22412"/>
                    <a:pt x="-1637" y="15537"/>
                    <a:pt x="863" y="8661"/>
                  </a:cubicBezTo>
                  <a:cubicBezTo>
                    <a:pt x="3363" y="1786"/>
                    <a:pt x="10239" y="-1339"/>
                    <a:pt x="17114" y="536"/>
                  </a:cubicBezTo>
                  <a:cubicBezTo>
                    <a:pt x="97119" y="24912"/>
                    <a:pt x="173999" y="48664"/>
                    <a:pt x="247129" y="70540"/>
                  </a:cubicBezTo>
                  <a:cubicBezTo>
                    <a:pt x="874668" y="261177"/>
                    <a:pt x="1220940" y="366184"/>
                    <a:pt x="1375325" y="534945"/>
                  </a:cubicBezTo>
                  <a:lnTo>
                    <a:pt x="1385325" y="545570"/>
                  </a:lnTo>
                  <a:lnTo>
                    <a:pt x="1370950" y="546820"/>
                  </a:lnTo>
                  <a:cubicBezTo>
                    <a:pt x="1357823" y="548070"/>
                    <a:pt x="1344073" y="548695"/>
                    <a:pt x="1330322" y="548695"/>
                  </a:cubicBezTo>
                  <a:close/>
                  <a:moveTo>
                    <a:pt x="27740" y="18662"/>
                  </a:moveTo>
                  <a:cubicBezTo>
                    <a:pt x="98369" y="52414"/>
                    <a:pt x="165873" y="84291"/>
                    <a:pt x="230878" y="115543"/>
                  </a:cubicBezTo>
                  <a:cubicBezTo>
                    <a:pt x="807789" y="391185"/>
                    <a:pt x="1131559" y="545570"/>
                    <a:pt x="1354698" y="533694"/>
                  </a:cubicBezTo>
                  <a:cubicBezTo>
                    <a:pt x="1197813" y="374309"/>
                    <a:pt x="854666" y="269928"/>
                    <a:pt x="243379" y="84291"/>
                  </a:cubicBezTo>
                  <a:cubicBezTo>
                    <a:pt x="174624" y="63665"/>
                    <a:pt x="102745" y="41788"/>
                    <a:pt x="27740" y="18662"/>
                  </a:cubicBezTo>
                  <a:close/>
                  <a:moveTo>
                    <a:pt x="13989" y="12412"/>
                  </a:moveTo>
                  <a:lnTo>
                    <a:pt x="10864" y="18662"/>
                  </a:lnTo>
                  <a:lnTo>
                    <a:pt x="13989" y="12412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" name="Google Shape;34;p19"/>
            <p:cNvSpPr/>
            <p:nvPr/>
          </p:nvSpPr>
          <p:spPr>
            <a:xfrm>
              <a:off x="-134640" y="-960480"/>
              <a:ext cx="439920" cy="1110960"/>
            </a:xfrm>
            <a:custGeom>
              <a:rect b="b" l="l" r="r" t="t"/>
              <a:pathLst>
                <a:path extrusionOk="0" h="1384699" w="548537">
                  <a:moveTo>
                    <a:pt x="2968" y="1384700"/>
                  </a:moveTo>
                  <a:lnTo>
                    <a:pt x="1717" y="1370324"/>
                  </a:lnTo>
                  <a:cubicBezTo>
                    <a:pt x="-18284" y="1142185"/>
                    <a:pt x="137351" y="816539"/>
                    <a:pt x="419869" y="224627"/>
                  </a:cubicBezTo>
                  <a:cubicBezTo>
                    <a:pt x="452996" y="155873"/>
                    <a:pt x="487373" y="83368"/>
                    <a:pt x="523000" y="7739"/>
                  </a:cubicBezTo>
                  <a:lnTo>
                    <a:pt x="523000" y="7739"/>
                  </a:lnTo>
                  <a:cubicBezTo>
                    <a:pt x="526125" y="1488"/>
                    <a:pt x="533001" y="-1637"/>
                    <a:pt x="539876" y="863"/>
                  </a:cubicBezTo>
                  <a:cubicBezTo>
                    <a:pt x="546752" y="3363"/>
                    <a:pt x="549877" y="10239"/>
                    <a:pt x="548002" y="17114"/>
                  </a:cubicBezTo>
                  <a:cubicBezTo>
                    <a:pt x="523625" y="97744"/>
                    <a:pt x="499874" y="173999"/>
                    <a:pt x="477998" y="247129"/>
                  </a:cubicBezTo>
                  <a:cubicBezTo>
                    <a:pt x="287361" y="874668"/>
                    <a:pt x="182354" y="1220315"/>
                    <a:pt x="13593" y="1375324"/>
                  </a:cubicBezTo>
                  <a:lnTo>
                    <a:pt x="2968" y="1384700"/>
                  </a:lnTo>
                  <a:close/>
                  <a:moveTo>
                    <a:pt x="529876" y="27740"/>
                  </a:moveTo>
                  <a:cubicBezTo>
                    <a:pt x="496123" y="98369"/>
                    <a:pt x="463622" y="166498"/>
                    <a:pt x="432994" y="230878"/>
                  </a:cubicBezTo>
                  <a:cubicBezTo>
                    <a:pt x="157352" y="807789"/>
                    <a:pt x="2968" y="1130934"/>
                    <a:pt x="14843" y="1354073"/>
                  </a:cubicBezTo>
                  <a:cubicBezTo>
                    <a:pt x="174228" y="1197188"/>
                    <a:pt x="278610" y="854042"/>
                    <a:pt x="464246" y="242753"/>
                  </a:cubicBezTo>
                  <a:cubicBezTo>
                    <a:pt x="484873" y="174624"/>
                    <a:pt x="506749" y="102745"/>
                    <a:pt x="529876" y="27740"/>
                  </a:cubicBezTo>
                  <a:close/>
                  <a:moveTo>
                    <a:pt x="536126" y="13989"/>
                  </a:moveTo>
                  <a:lnTo>
                    <a:pt x="536126" y="13989"/>
                  </a:lnTo>
                  <a:lnTo>
                    <a:pt x="529876" y="10864"/>
                  </a:lnTo>
                  <a:lnTo>
                    <a:pt x="536126" y="13989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" name="Google Shape;35;p19"/>
            <p:cNvSpPr/>
            <p:nvPr/>
          </p:nvSpPr>
          <p:spPr>
            <a:xfrm>
              <a:off x="-652680" y="361800"/>
              <a:ext cx="439920" cy="1112040"/>
            </a:xfrm>
            <a:custGeom>
              <a:rect b="b" l="l" r="r" t="t"/>
              <a:pathLst>
                <a:path extrusionOk="0" h="1385711" w="548537">
                  <a:moveTo>
                    <a:pt x="13662" y="1385712"/>
                  </a:moveTo>
                  <a:cubicBezTo>
                    <a:pt x="11787" y="1385712"/>
                    <a:pt x="10537" y="1385712"/>
                    <a:pt x="8662" y="1384462"/>
                  </a:cubicBezTo>
                  <a:cubicBezTo>
                    <a:pt x="1786" y="1381962"/>
                    <a:pt x="-1339" y="1375087"/>
                    <a:pt x="536" y="1368211"/>
                  </a:cubicBezTo>
                  <a:lnTo>
                    <a:pt x="536" y="1368211"/>
                  </a:lnTo>
                  <a:cubicBezTo>
                    <a:pt x="24912" y="1287581"/>
                    <a:pt x="48664" y="1211326"/>
                    <a:pt x="70541" y="1138197"/>
                  </a:cubicBezTo>
                  <a:cubicBezTo>
                    <a:pt x="261178" y="510657"/>
                    <a:pt x="366184" y="165010"/>
                    <a:pt x="534944" y="10001"/>
                  </a:cubicBezTo>
                  <a:lnTo>
                    <a:pt x="545570" y="0"/>
                  </a:lnTo>
                  <a:lnTo>
                    <a:pt x="546820" y="14376"/>
                  </a:lnTo>
                  <a:cubicBezTo>
                    <a:pt x="566822" y="242515"/>
                    <a:pt x="411187" y="568161"/>
                    <a:pt x="128669" y="1160698"/>
                  </a:cubicBezTo>
                  <a:cubicBezTo>
                    <a:pt x="96167" y="1229452"/>
                    <a:pt x="61165" y="1301332"/>
                    <a:pt x="25537" y="1377587"/>
                  </a:cubicBezTo>
                  <a:cubicBezTo>
                    <a:pt x="23038" y="1383212"/>
                    <a:pt x="18662" y="1385712"/>
                    <a:pt x="13662" y="1385712"/>
                  </a:cubicBezTo>
                  <a:close/>
                  <a:moveTo>
                    <a:pt x="8037" y="1370711"/>
                  </a:moveTo>
                  <a:lnTo>
                    <a:pt x="14912" y="1372586"/>
                  </a:lnTo>
                  <a:cubicBezTo>
                    <a:pt x="14912" y="1372586"/>
                    <a:pt x="14912" y="1372586"/>
                    <a:pt x="14912" y="1372586"/>
                  </a:cubicBezTo>
                  <a:lnTo>
                    <a:pt x="8037" y="1370711"/>
                  </a:lnTo>
                  <a:close/>
                  <a:moveTo>
                    <a:pt x="534319" y="31877"/>
                  </a:moveTo>
                  <a:cubicBezTo>
                    <a:pt x="374934" y="188762"/>
                    <a:pt x="270553" y="531908"/>
                    <a:pt x="84916" y="1143197"/>
                  </a:cubicBezTo>
                  <a:cubicBezTo>
                    <a:pt x="63665" y="1213826"/>
                    <a:pt x="41163" y="1287581"/>
                    <a:pt x="17412" y="1364461"/>
                  </a:cubicBezTo>
                  <a:cubicBezTo>
                    <a:pt x="51164" y="1291956"/>
                    <a:pt x="84291" y="1221952"/>
                    <a:pt x="116168" y="1155073"/>
                  </a:cubicBezTo>
                  <a:cubicBezTo>
                    <a:pt x="391185" y="578786"/>
                    <a:pt x="545570" y="255016"/>
                    <a:pt x="534319" y="31877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" name="Google Shape;36;p19"/>
            <p:cNvSpPr/>
            <p:nvPr/>
          </p:nvSpPr>
          <p:spPr>
            <a:xfrm>
              <a:off x="-67680" y="295920"/>
              <a:ext cx="1110960" cy="439920"/>
            </a:xfrm>
            <a:custGeom>
              <a:rect b="b" l="l" r="r" t="t"/>
              <a:pathLst>
                <a:path extrusionOk="0" h="548626" w="1384700">
                  <a:moveTo>
                    <a:pt x="1371961" y="548627"/>
                  </a:moveTo>
                  <a:cubicBezTo>
                    <a:pt x="1370711" y="548627"/>
                    <a:pt x="1369462" y="548627"/>
                    <a:pt x="1368211" y="548002"/>
                  </a:cubicBezTo>
                  <a:cubicBezTo>
                    <a:pt x="1287581" y="523625"/>
                    <a:pt x="1211326" y="499874"/>
                    <a:pt x="1138197" y="477997"/>
                  </a:cubicBezTo>
                  <a:cubicBezTo>
                    <a:pt x="510658" y="287360"/>
                    <a:pt x="165011" y="182354"/>
                    <a:pt x="10001" y="13593"/>
                  </a:cubicBezTo>
                  <a:lnTo>
                    <a:pt x="0" y="2968"/>
                  </a:lnTo>
                  <a:lnTo>
                    <a:pt x="14376" y="1717"/>
                  </a:lnTo>
                  <a:cubicBezTo>
                    <a:pt x="241891" y="-18284"/>
                    <a:pt x="568161" y="137351"/>
                    <a:pt x="1160074" y="419869"/>
                  </a:cubicBezTo>
                  <a:cubicBezTo>
                    <a:pt x="1228828" y="452996"/>
                    <a:pt x="1300707" y="487373"/>
                    <a:pt x="1376962" y="523000"/>
                  </a:cubicBezTo>
                  <a:lnTo>
                    <a:pt x="1376962" y="523000"/>
                  </a:lnTo>
                  <a:cubicBezTo>
                    <a:pt x="1383212" y="526125"/>
                    <a:pt x="1386337" y="533001"/>
                    <a:pt x="1383837" y="539876"/>
                  </a:cubicBezTo>
                  <a:cubicBezTo>
                    <a:pt x="1381963" y="545502"/>
                    <a:pt x="1376962" y="548627"/>
                    <a:pt x="1371961" y="548627"/>
                  </a:cubicBezTo>
                  <a:close/>
                  <a:moveTo>
                    <a:pt x="1371336" y="536126"/>
                  </a:moveTo>
                  <a:lnTo>
                    <a:pt x="1371336" y="536126"/>
                  </a:lnTo>
                  <a:lnTo>
                    <a:pt x="1374462" y="529876"/>
                  </a:lnTo>
                  <a:lnTo>
                    <a:pt x="1371336" y="536126"/>
                  </a:lnTo>
                  <a:close/>
                  <a:moveTo>
                    <a:pt x="30627" y="14843"/>
                  </a:moveTo>
                  <a:cubicBezTo>
                    <a:pt x="187512" y="174228"/>
                    <a:pt x="530659" y="278610"/>
                    <a:pt x="1141947" y="464246"/>
                  </a:cubicBezTo>
                  <a:cubicBezTo>
                    <a:pt x="1210702" y="484873"/>
                    <a:pt x="1282581" y="506749"/>
                    <a:pt x="1357586" y="529876"/>
                  </a:cubicBezTo>
                  <a:cubicBezTo>
                    <a:pt x="1286956" y="496124"/>
                    <a:pt x="1218827" y="463621"/>
                    <a:pt x="1154448" y="432995"/>
                  </a:cubicBezTo>
                  <a:cubicBezTo>
                    <a:pt x="577536" y="157352"/>
                    <a:pt x="253767" y="2968"/>
                    <a:pt x="30627" y="14843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" name="Google Shape;37;p19"/>
            <p:cNvSpPr/>
            <p:nvPr/>
          </p:nvSpPr>
          <p:spPr>
            <a:xfrm>
              <a:off x="-1368000" y="302040"/>
              <a:ext cx="1090800" cy="487440"/>
            </a:xfrm>
            <a:custGeom>
              <a:rect b="b" l="l" r="r" t="t"/>
              <a:pathLst>
                <a:path extrusionOk="0" h="607906" w="1359555">
                  <a:moveTo>
                    <a:pt x="13221" y="607907"/>
                  </a:moveTo>
                  <a:cubicBezTo>
                    <a:pt x="8221" y="607907"/>
                    <a:pt x="3845" y="604781"/>
                    <a:pt x="1345" y="599781"/>
                  </a:cubicBezTo>
                  <a:cubicBezTo>
                    <a:pt x="-1780" y="593530"/>
                    <a:pt x="720" y="586030"/>
                    <a:pt x="6971" y="582905"/>
                  </a:cubicBezTo>
                  <a:cubicBezTo>
                    <a:pt x="81350" y="543527"/>
                    <a:pt x="151980" y="506025"/>
                    <a:pt x="218859" y="469773"/>
                  </a:cubicBezTo>
                  <a:cubicBezTo>
                    <a:pt x="797645" y="161003"/>
                    <a:pt x="1116415" y="-9007"/>
                    <a:pt x="1345180" y="368"/>
                  </a:cubicBezTo>
                  <a:lnTo>
                    <a:pt x="1359556" y="993"/>
                  </a:lnTo>
                  <a:lnTo>
                    <a:pt x="1350180" y="12244"/>
                  </a:lnTo>
                  <a:cubicBezTo>
                    <a:pt x="1203296" y="187880"/>
                    <a:pt x="862650" y="307888"/>
                    <a:pt x="244486" y="526651"/>
                  </a:cubicBezTo>
                  <a:cubicBezTo>
                    <a:pt x="172606" y="552278"/>
                    <a:pt x="96976" y="578530"/>
                    <a:pt x="17596" y="606656"/>
                  </a:cubicBezTo>
                  <a:lnTo>
                    <a:pt x="17596" y="606656"/>
                  </a:lnTo>
                  <a:cubicBezTo>
                    <a:pt x="15721" y="607281"/>
                    <a:pt x="14471" y="607907"/>
                    <a:pt x="13221" y="607907"/>
                  </a:cubicBezTo>
                  <a:close/>
                  <a:moveTo>
                    <a:pt x="12596" y="593530"/>
                  </a:moveTo>
                  <a:lnTo>
                    <a:pt x="12596" y="593530"/>
                  </a:lnTo>
                  <a:lnTo>
                    <a:pt x="12596" y="593530"/>
                  </a:lnTo>
                  <a:lnTo>
                    <a:pt x="12596" y="593530"/>
                  </a:lnTo>
                  <a:close/>
                  <a:moveTo>
                    <a:pt x="1325804" y="14119"/>
                  </a:moveTo>
                  <a:cubicBezTo>
                    <a:pt x="1102040" y="14119"/>
                    <a:pt x="786395" y="182880"/>
                    <a:pt x="225734" y="482274"/>
                  </a:cubicBezTo>
                  <a:cubicBezTo>
                    <a:pt x="162606" y="516026"/>
                    <a:pt x="96352" y="551028"/>
                    <a:pt x="26972" y="587905"/>
                  </a:cubicBezTo>
                  <a:cubicBezTo>
                    <a:pt x="100727" y="561653"/>
                    <a:pt x="171981" y="536652"/>
                    <a:pt x="239485" y="512900"/>
                  </a:cubicBezTo>
                  <a:cubicBezTo>
                    <a:pt x="842023" y="299762"/>
                    <a:pt x="1179544" y="180379"/>
                    <a:pt x="1329554" y="14119"/>
                  </a:cubicBezTo>
                  <a:cubicBezTo>
                    <a:pt x="1328304" y="14119"/>
                    <a:pt x="1327054" y="14119"/>
                    <a:pt x="1325804" y="14119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" name="Google Shape;38;p19"/>
            <p:cNvSpPr/>
            <p:nvPr/>
          </p:nvSpPr>
          <p:spPr>
            <a:xfrm>
              <a:off x="-128160" y="360720"/>
              <a:ext cx="487440" cy="1090800"/>
            </a:xfrm>
            <a:custGeom>
              <a:rect b="b" l="l" r="r" t="t"/>
              <a:pathLst>
                <a:path extrusionOk="0" h="1359460" w="607567">
                  <a:moveTo>
                    <a:pt x="594203" y="1359460"/>
                  </a:moveTo>
                  <a:cubicBezTo>
                    <a:pt x="589204" y="1359460"/>
                    <a:pt x="584828" y="1356960"/>
                    <a:pt x="582953" y="1352585"/>
                  </a:cubicBezTo>
                  <a:cubicBezTo>
                    <a:pt x="543575" y="1278205"/>
                    <a:pt x="506073" y="1208201"/>
                    <a:pt x="469821" y="1140697"/>
                  </a:cubicBezTo>
                  <a:cubicBezTo>
                    <a:pt x="161052" y="561910"/>
                    <a:pt x="-9584" y="243140"/>
                    <a:pt x="416" y="14376"/>
                  </a:cubicBezTo>
                  <a:lnTo>
                    <a:pt x="1042" y="0"/>
                  </a:lnTo>
                  <a:lnTo>
                    <a:pt x="12292" y="9376"/>
                  </a:lnTo>
                  <a:cubicBezTo>
                    <a:pt x="187928" y="156260"/>
                    <a:pt x="307936" y="496906"/>
                    <a:pt x="526700" y="1115070"/>
                  </a:cubicBezTo>
                  <a:cubicBezTo>
                    <a:pt x="552326" y="1186949"/>
                    <a:pt x="578578" y="1262579"/>
                    <a:pt x="606704" y="1341334"/>
                  </a:cubicBezTo>
                  <a:lnTo>
                    <a:pt x="606704" y="1341334"/>
                  </a:lnTo>
                  <a:cubicBezTo>
                    <a:pt x="609205" y="1348210"/>
                    <a:pt x="606079" y="1355085"/>
                    <a:pt x="599829" y="1357585"/>
                  </a:cubicBezTo>
                  <a:cubicBezTo>
                    <a:pt x="597329" y="1358835"/>
                    <a:pt x="595454" y="1359460"/>
                    <a:pt x="594203" y="1359460"/>
                  </a:cubicBezTo>
                  <a:close/>
                  <a:moveTo>
                    <a:pt x="592954" y="1346334"/>
                  </a:moveTo>
                  <a:lnTo>
                    <a:pt x="592954" y="1346334"/>
                  </a:lnTo>
                  <a:lnTo>
                    <a:pt x="592954" y="1346334"/>
                  </a:lnTo>
                  <a:lnTo>
                    <a:pt x="592954" y="1346334"/>
                  </a:lnTo>
                  <a:close/>
                  <a:moveTo>
                    <a:pt x="14167" y="30002"/>
                  </a:moveTo>
                  <a:cubicBezTo>
                    <a:pt x="12292" y="253766"/>
                    <a:pt x="181053" y="570036"/>
                    <a:pt x="482322" y="1133821"/>
                  </a:cubicBezTo>
                  <a:cubicBezTo>
                    <a:pt x="516074" y="1196950"/>
                    <a:pt x="551076" y="1263204"/>
                    <a:pt x="587953" y="1331959"/>
                  </a:cubicBezTo>
                  <a:cubicBezTo>
                    <a:pt x="561702" y="1258204"/>
                    <a:pt x="536700" y="1186949"/>
                    <a:pt x="512948" y="1119445"/>
                  </a:cubicBezTo>
                  <a:cubicBezTo>
                    <a:pt x="299810" y="517532"/>
                    <a:pt x="180428" y="179386"/>
                    <a:pt x="14167" y="30002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" name="Google Shape;39;p19"/>
            <p:cNvSpPr/>
            <p:nvPr/>
          </p:nvSpPr>
          <p:spPr>
            <a:xfrm>
              <a:off x="-69120" y="-275400"/>
              <a:ext cx="1090800" cy="487440"/>
            </a:xfrm>
            <a:custGeom>
              <a:rect b="b" l="l" r="r" t="t"/>
              <a:pathLst>
                <a:path extrusionOk="0" h="607776" w="1359555">
                  <a:moveTo>
                    <a:pt x="33127" y="607776"/>
                  </a:moveTo>
                  <a:cubicBezTo>
                    <a:pt x="26876" y="607776"/>
                    <a:pt x="20626" y="607776"/>
                    <a:pt x="14375" y="607151"/>
                  </a:cubicBezTo>
                  <a:lnTo>
                    <a:pt x="0" y="606526"/>
                  </a:lnTo>
                  <a:lnTo>
                    <a:pt x="9376" y="595275"/>
                  </a:lnTo>
                  <a:cubicBezTo>
                    <a:pt x="156260" y="419639"/>
                    <a:pt x="496906" y="299632"/>
                    <a:pt x="1115695" y="80868"/>
                  </a:cubicBezTo>
                  <a:cubicBezTo>
                    <a:pt x="1187575" y="55241"/>
                    <a:pt x="1263204" y="28990"/>
                    <a:pt x="1341959" y="863"/>
                  </a:cubicBezTo>
                  <a:lnTo>
                    <a:pt x="1341959" y="863"/>
                  </a:lnTo>
                  <a:cubicBezTo>
                    <a:pt x="1348834" y="-1637"/>
                    <a:pt x="1355710" y="1488"/>
                    <a:pt x="1358210" y="7739"/>
                  </a:cubicBezTo>
                  <a:cubicBezTo>
                    <a:pt x="1361335" y="13989"/>
                    <a:pt x="1358836" y="21489"/>
                    <a:pt x="1352585" y="24615"/>
                  </a:cubicBezTo>
                  <a:cubicBezTo>
                    <a:pt x="1278205" y="63992"/>
                    <a:pt x="1207576" y="101494"/>
                    <a:pt x="1140697" y="137747"/>
                  </a:cubicBezTo>
                  <a:cubicBezTo>
                    <a:pt x="576911" y="438391"/>
                    <a:pt x="260016" y="607776"/>
                    <a:pt x="33127" y="607776"/>
                  </a:cubicBezTo>
                  <a:close/>
                  <a:moveTo>
                    <a:pt x="29377" y="593400"/>
                  </a:moveTo>
                  <a:cubicBezTo>
                    <a:pt x="30627" y="593400"/>
                    <a:pt x="31877" y="593400"/>
                    <a:pt x="32502" y="593400"/>
                  </a:cubicBezTo>
                  <a:cubicBezTo>
                    <a:pt x="256266" y="593400"/>
                    <a:pt x="571911" y="424640"/>
                    <a:pt x="1132571" y="125246"/>
                  </a:cubicBezTo>
                  <a:cubicBezTo>
                    <a:pt x="1195700" y="91494"/>
                    <a:pt x="1261955" y="56492"/>
                    <a:pt x="1331334" y="19614"/>
                  </a:cubicBezTo>
                  <a:cubicBezTo>
                    <a:pt x="1257579" y="45866"/>
                    <a:pt x="1186950" y="70867"/>
                    <a:pt x="1119445" y="94619"/>
                  </a:cubicBezTo>
                  <a:cubicBezTo>
                    <a:pt x="516907" y="307132"/>
                    <a:pt x="179386" y="426515"/>
                    <a:pt x="29377" y="593400"/>
                  </a:cubicBezTo>
                  <a:close/>
                  <a:moveTo>
                    <a:pt x="1346335" y="13989"/>
                  </a:moveTo>
                  <a:lnTo>
                    <a:pt x="1346335" y="13989"/>
                  </a:lnTo>
                  <a:lnTo>
                    <a:pt x="1343834" y="7113"/>
                  </a:lnTo>
                  <a:lnTo>
                    <a:pt x="1346335" y="13989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" name="Google Shape;40;p19"/>
            <p:cNvSpPr/>
            <p:nvPr/>
          </p:nvSpPr>
          <p:spPr>
            <a:xfrm>
              <a:off x="-705960" y="-938160"/>
              <a:ext cx="487440" cy="1090800"/>
            </a:xfrm>
            <a:custGeom>
              <a:rect b="b" l="l" r="r" t="t"/>
              <a:pathLst>
                <a:path extrusionOk="0" h="1359555" w="607567">
                  <a:moveTo>
                    <a:pt x="606526" y="1359556"/>
                  </a:moveTo>
                  <a:lnTo>
                    <a:pt x="595275" y="1350180"/>
                  </a:lnTo>
                  <a:cubicBezTo>
                    <a:pt x="419639" y="1203296"/>
                    <a:pt x="299632" y="862650"/>
                    <a:pt x="80869" y="243861"/>
                  </a:cubicBezTo>
                  <a:cubicBezTo>
                    <a:pt x="55242" y="171981"/>
                    <a:pt x="28990" y="96351"/>
                    <a:pt x="863" y="17596"/>
                  </a:cubicBezTo>
                  <a:lnTo>
                    <a:pt x="863" y="17596"/>
                  </a:lnTo>
                  <a:cubicBezTo>
                    <a:pt x="-1637" y="10721"/>
                    <a:pt x="1488" y="3846"/>
                    <a:pt x="7738" y="1345"/>
                  </a:cubicBezTo>
                  <a:cubicBezTo>
                    <a:pt x="13989" y="-1780"/>
                    <a:pt x="21490" y="720"/>
                    <a:pt x="24615" y="6971"/>
                  </a:cubicBezTo>
                  <a:cubicBezTo>
                    <a:pt x="63992" y="81350"/>
                    <a:pt x="101494" y="151980"/>
                    <a:pt x="137747" y="218859"/>
                  </a:cubicBezTo>
                  <a:cubicBezTo>
                    <a:pt x="446516" y="797645"/>
                    <a:pt x="617152" y="1116415"/>
                    <a:pt x="607151" y="1344555"/>
                  </a:cubicBezTo>
                  <a:lnTo>
                    <a:pt x="606526" y="1359556"/>
                  </a:lnTo>
                  <a:close/>
                  <a:moveTo>
                    <a:pt x="19614" y="27597"/>
                  </a:moveTo>
                  <a:cubicBezTo>
                    <a:pt x="45866" y="101352"/>
                    <a:pt x="70868" y="171981"/>
                    <a:pt x="94619" y="239485"/>
                  </a:cubicBezTo>
                  <a:cubicBezTo>
                    <a:pt x="307757" y="842023"/>
                    <a:pt x="427140" y="1180170"/>
                    <a:pt x="593401" y="1329554"/>
                  </a:cubicBezTo>
                  <a:cubicBezTo>
                    <a:pt x="595275" y="1105790"/>
                    <a:pt x="426515" y="789520"/>
                    <a:pt x="125246" y="225735"/>
                  </a:cubicBezTo>
                  <a:cubicBezTo>
                    <a:pt x="91494" y="162606"/>
                    <a:pt x="56492" y="96976"/>
                    <a:pt x="19614" y="27597"/>
                  </a:cubicBezTo>
                  <a:close/>
                  <a:moveTo>
                    <a:pt x="14614" y="13221"/>
                  </a:moveTo>
                  <a:lnTo>
                    <a:pt x="7738" y="15721"/>
                  </a:lnTo>
                  <a:lnTo>
                    <a:pt x="14614" y="1322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1" name="Google Shape;41;p19"/>
          <p:cNvGrpSpPr/>
          <p:nvPr/>
        </p:nvGrpSpPr>
        <p:grpSpPr>
          <a:xfrm>
            <a:off x="8490240" y="4276800"/>
            <a:ext cx="499320" cy="499320"/>
            <a:chOff x="8490240" y="4276800"/>
            <a:chExt cx="499320" cy="499320"/>
          </a:xfrm>
        </p:grpSpPr>
        <p:sp>
          <p:nvSpPr>
            <p:cNvPr id="42" name="Google Shape;42;p19"/>
            <p:cNvSpPr/>
            <p:nvPr/>
          </p:nvSpPr>
          <p:spPr>
            <a:xfrm>
              <a:off x="8767080" y="4515120"/>
              <a:ext cx="222480" cy="23040"/>
            </a:xfrm>
            <a:custGeom>
              <a:rect b="b" l="l" r="r" t="t"/>
              <a:pathLst>
                <a:path extrusionOk="0" h="54004" w="517688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" name="Google Shape;43;p19"/>
            <p:cNvSpPr/>
            <p:nvPr/>
          </p:nvSpPr>
          <p:spPr>
            <a:xfrm>
              <a:off x="8728560" y="4553640"/>
              <a:ext cx="22680" cy="222480"/>
            </a:xfrm>
            <a:custGeom>
              <a:rect b="b" l="l" r="r" t="t"/>
              <a:pathLst>
                <a:path extrusionOk="0" h="517688" w="53781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" name="Google Shape;44;p19"/>
            <p:cNvSpPr/>
            <p:nvPr/>
          </p:nvSpPr>
          <p:spPr>
            <a:xfrm>
              <a:off x="8490240" y="4515120"/>
              <a:ext cx="222480" cy="23040"/>
            </a:xfrm>
            <a:custGeom>
              <a:rect b="b" l="l" r="r" t="t"/>
              <a:pathLst>
                <a:path extrusionOk="0" h="54004" w="517688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" name="Google Shape;45;p19"/>
            <p:cNvSpPr/>
            <p:nvPr/>
          </p:nvSpPr>
          <p:spPr>
            <a:xfrm>
              <a:off x="8728200" y="4276800"/>
              <a:ext cx="23040" cy="222480"/>
            </a:xfrm>
            <a:custGeom>
              <a:rect b="b" l="l" r="r" t="t"/>
              <a:pathLst>
                <a:path extrusionOk="0" h="517688" w="54004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" name="Google Shape;46;p19"/>
            <p:cNvSpPr/>
            <p:nvPr/>
          </p:nvSpPr>
          <p:spPr>
            <a:xfrm>
              <a:off x="8759160" y="4349160"/>
              <a:ext cx="158040" cy="158040"/>
            </a:xfrm>
            <a:custGeom>
              <a:rect b="b" l="l" r="r" t="t"/>
              <a:pathLst>
                <a:path extrusionOk="0" h="367995" w="368244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" name="Google Shape;47;p19"/>
            <p:cNvSpPr/>
            <p:nvPr/>
          </p:nvSpPr>
          <p:spPr>
            <a:xfrm>
              <a:off x="8712720" y="4499640"/>
              <a:ext cx="54000" cy="54000"/>
            </a:xfrm>
            <a:custGeom>
              <a:rect b="b" l="l" r="r" t="t"/>
              <a:pathLst>
                <a:path extrusionOk="0" h="126258" w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7000" lIns="91425" spcFirstLastPara="1" rIns="91425" wrap="square" tIns="27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" name="Google Shape;48;p19"/>
            <p:cNvSpPr/>
            <p:nvPr/>
          </p:nvSpPr>
          <p:spPr>
            <a:xfrm>
              <a:off x="8759160" y="4545720"/>
              <a:ext cx="158040" cy="158040"/>
            </a:xfrm>
            <a:custGeom>
              <a:rect b="b" l="l" r="r" t="t"/>
              <a:pathLst>
                <a:path extrusionOk="0" h="368245" w="367994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" name="Google Shape;49;p19"/>
            <p:cNvSpPr/>
            <p:nvPr/>
          </p:nvSpPr>
          <p:spPr>
            <a:xfrm>
              <a:off x="8562240" y="4545720"/>
              <a:ext cx="158040" cy="158040"/>
            </a:xfrm>
            <a:custGeom>
              <a:rect b="b" l="l" r="r" t="t"/>
              <a:pathLst>
                <a:path extrusionOk="0" h="367995" w="36824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" name="Google Shape;50;p19"/>
            <p:cNvSpPr/>
            <p:nvPr/>
          </p:nvSpPr>
          <p:spPr>
            <a:xfrm>
              <a:off x="8562600" y="4349160"/>
              <a:ext cx="158040" cy="158040"/>
            </a:xfrm>
            <a:custGeom>
              <a:rect b="b" l="l" r="r" t="t"/>
              <a:pathLst>
                <a:path extrusionOk="0" h="368245" w="36799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51" name="Google Shape;51;p19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9"/>
          <p:cNvSpPr txBox="1"/>
          <p:nvPr>
            <p:ph idx="1" type="body"/>
          </p:nvPr>
        </p:nvSpPr>
        <p:spPr>
          <a:xfrm>
            <a:off x="720000" y="1105200"/>
            <a:ext cx="7703640" cy="371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7"/>
          <p:cNvPicPr preferRelativeResize="0"/>
          <p:nvPr/>
        </p:nvPicPr>
        <p:blipFill rotWithShape="1">
          <a:blip r:embed="rId1">
            <a:alphaModFix amt="30000"/>
          </a:blip>
          <a:srcRect b="0" l="0" r="0" t="0"/>
          <a:stretch/>
        </p:blipFill>
        <p:spPr>
          <a:xfrm rot="10800000">
            <a:off x="360" y="-3600"/>
            <a:ext cx="9143640" cy="515088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7"/>
          <p:cNvSpPr txBox="1"/>
          <p:nvPr>
            <p:ph type="title"/>
          </p:nvPr>
        </p:nvSpPr>
        <p:spPr>
          <a:xfrm>
            <a:off x="4400280" y="1183320"/>
            <a:ext cx="3746520" cy="17690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7" name="Google Shape;57;p17"/>
          <p:cNvSpPr txBox="1"/>
          <p:nvPr>
            <p:ph idx="1" type="body"/>
          </p:nvPr>
        </p:nvSpPr>
        <p:spPr>
          <a:xfrm>
            <a:off x="996840" y="1040400"/>
            <a:ext cx="2686320" cy="2971080"/>
          </a:xfrm>
          <a:prstGeom prst="rect">
            <a:avLst/>
          </a:prstGeom>
          <a:noFill/>
          <a:ln cap="flat" cmpd="sng" w="1907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58" name="Google Shape;58;p17"/>
          <p:cNvGrpSpPr/>
          <p:nvPr/>
        </p:nvGrpSpPr>
        <p:grpSpPr>
          <a:xfrm>
            <a:off x="8287092" y="2836532"/>
            <a:ext cx="1964896" cy="1964996"/>
            <a:chOff x="8287092" y="2836532"/>
            <a:chExt cx="1964896" cy="1964996"/>
          </a:xfrm>
        </p:grpSpPr>
        <p:sp>
          <p:nvSpPr>
            <p:cNvPr id="59" name="Google Shape;59;p17"/>
            <p:cNvSpPr/>
            <p:nvPr/>
          </p:nvSpPr>
          <p:spPr>
            <a:xfrm rot="1588200">
              <a:off x="8295840" y="3521160"/>
              <a:ext cx="942480" cy="94680"/>
            </a:xfrm>
            <a:custGeom>
              <a:rect b="b" l="l" r="r" t="t"/>
              <a:pathLst>
                <a:path extrusionOk="0" h="158763" w="1575723">
                  <a:moveTo>
                    <a:pt x="1099444" y="158764"/>
                  </a:moveTo>
                  <a:cubicBezTo>
                    <a:pt x="888806" y="158764"/>
                    <a:pt x="617539" y="138137"/>
                    <a:pt x="266891" y="111886"/>
                  </a:cubicBezTo>
                  <a:cubicBezTo>
                    <a:pt x="186262" y="105635"/>
                    <a:pt x="101881" y="99385"/>
                    <a:pt x="12501" y="93135"/>
                  </a:cubicBezTo>
                  <a:cubicBezTo>
                    <a:pt x="5000" y="92510"/>
                    <a:pt x="0" y="86884"/>
                    <a:pt x="0" y="79384"/>
                  </a:cubicBezTo>
                  <a:cubicBezTo>
                    <a:pt x="0" y="71883"/>
                    <a:pt x="5000" y="66258"/>
                    <a:pt x="12501" y="65633"/>
                  </a:cubicBezTo>
                  <a:cubicBezTo>
                    <a:pt x="101256" y="59382"/>
                    <a:pt x="186262" y="52507"/>
                    <a:pt x="266891" y="46882"/>
                  </a:cubicBezTo>
                  <a:cubicBezTo>
                    <a:pt x="961936" y="-5622"/>
                    <a:pt x="1344459" y="-34374"/>
                    <a:pt x="1562598" y="73133"/>
                  </a:cubicBezTo>
                  <a:lnTo>
                    <a:pt x="1575724" y="79384"/>
                  </a:lnTo>
                  <a:lnTo>
                    <a:pt x="1562598" y="85634"/>
                  </a:lnTo>
                  <a:cubicBezTo>
                    <a:pt x="1454466" y="138762"/>
                    <a:pt x="1306332" y="158764"/>
                    <a:pt x="1099444" y="158764"/>
                  </a:cubicBezTo>
                  <a:close/>
                  <a:moveTo>
                    <a:pt x="23751" y="79384"/>
                  </a:moveTo>
                  <a:cubicBezTo>
                    <a:pt x="108757" y="85634"/>
                    <a:pt x="190012" y="91884"/>
                    <a:pt x="268142" y="97510"/>
                  </a:cubicBezTo>
                  <a:cubicBezTo>
                    <a:pt x="946310" y="148763"/>
                    <a:pt x="1326333" y="177515"/>
                    <a:pt x="1543222" y="79384"/>
                  </a:cubicBezTo>
                  <a:cubicBezTo>
                    <a:pt x="1326333" y="-18748"/>
                    <a:pt x="946935" y="10004"/>
                    <a:pt x="268767" y="61258"/>
                  </a:cubicBezTo>
                  <a:cubicBezTo>
                    <a:pt x="190637" y="66883"/>
                    <a:pt x="109382" y="73133"/>
                    <a:pt x="23751" y="793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" name="Google Shape;60;p17"/>
            <p:cNvSpPr/>
            <p:nvPr/>
          </p:nvSpPr>
          <p:spPr>
            <a:xfrm rot="1588200">
              <a:off x="9472320" y="2844720"/>
              <a:ext cx="94680" cy="942480"/>
            </a:xfrm>
            <a:custGeom>
              <a:rect b="b" l="l" r="r" t="t"/>
              <a:pathLst>
                <a:path extrusionOk="0" h="1575723" w="158767">
                  <a:moveTo>
                    <a:pt x="79383" y="1575724"/>
                  </a:moveTo>
                  <a:lnTo>
                    <a:pt x="73133" y="1562598"/>
                  </a:lnTo>
                  <a:cubicBezTo>
                    <a:pt x="-34373" y="1344459"/>
                    <a:pt x="-5622" y="961935"/>
                    <a:pt x="46882" y="266892"/>
                  </a:cubicBezTo>
                  <a:cubicBezTo>
                    <a:pt x="53132" y="186262"/>
                    <a:pt x="59382" y="101256"/>
                    <a:pt x="65633" y="12501"/>
                  </a:cubicBezTo>
                  <a:lnTo>
                    <a:pt x="65633" y="12501"/>
                  </a:lnTo>
                  <a:cubicBezTo>
                    <a:pt x="66258" y="5000"/>
                    <a:pt x="71883" y="0"/>
                    <a:pt x="79383" y="0"/>
                  </a:cubicBezTo>
                  <a:cubicBezTo>
                    <a:pt x="79383" y="0"/>
                    <a:pt x="79383" y="0"/>
                    <a:pt x="79383" y="0"/>
                  </a:cubicBezTo>
                  <a:cubicBezTo>
                    <a:pt x="86884" y="0"/>
                    <a:pt x="92509" y="5000"/>
                    <a:pt x="93135" y="12501"/>
                  </a:cubicBezTo>
                  <a:cubicBezTo>
                    <a:pt x="99385" y="101881"/>
                    <a:pt x="106260" y="186262"/>
                    <a:pt x="111886" y="266892"/>
                  </a:cubicBezTo>
                  <a:cubicBezTo>
                    <a:pt x="164389" y="961935"/>
                    <a:pt x="193141" y="1344459"/>
                    <a:pt x="85634" y="1561973"/>
                  </a:cubicBezTo>
                  <a:lnTo>
                    <a:pt x="79383" y="1575724"/>
                  </a:lnTo>
                  <a:close/>
                  <a:moveTo>
                    <a:pt x="79383" y="24377"/>
                  </a:moveTo>
                  <a:cubicBezTo>
                    <a:pt x="73133" y="110007"/>
                    <a:pt x="66883" y="191262"/>
                    <a:pt x="61257" y="268767"/>
                  </a:cubicBezTo>
                  <a:cubicBezTo>
                    <a:pt x="10004" y="946934"/>
                    <a:pt x="-18747" y="1326333"/>
                    <a:pt x="79383" y="1543222"/>
                  </a:cubicBezTo>
                  <a:cubicBezTo>
                    <a:pt x="177515" y="1326333"/>
                    <a:pt x="148763" y="946934"/>
                    <a:pt x="97510" y="268767"/>
                  </a:cubicBezTo>
                  <a:cubicBezTo>
                    <a:pt x="91884" y="191262"/>
                    <a:pt x="85634" y="109382"/>
                    <a:pt x="79383" y="243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" name="Google Shape;61;p17"/>
            <p:cNvSpPr/>
            <p:nvPr/>
          </p:nvSpPr>
          <p:spPr>
            <a:xfrm rot="1588200">
              <a:off x="8971560" y="3850200"/>
              <a:ext cx="94680" cy="942480"/>
            </a:xfrm>
            <a:custGeom>
              <a:rect b="b" l="l" r="r" t="t"/>
              <a:pathLst>
                <a:path extrusionOk="0" h="1575724" w="158767">
                  <a:moveTo>
                    <a:pt x="79383" y="1575724"/>
                  </a:moveTo>
                  <a:cubicBezTo>
                    <a:pt x="71883" y="1575724"/>
                    <a:pt x="66258" y="1570724"/>
                    <a:pt x="65633" y="1563223"/>
                  </a:cubicBezTo>
                  <a:cubicBezTo>
                    <a:pt x="59382" y="1474468"/>
                    <a:pt x="52507" y="1389462"/>
                    <a:pt x="46882" y="1308832"/>
                  </a:cubicBezTo>
                  <a:cubicBezTo>
                    <a:pt x="-5622" y="613788"/>
                    <a:pt x="-34373" y="231265"/>
                    <a:pt x="73133" y="13126"/>
                  </a:cubicBezTo>
                  <a:lnTo>
                    <a:pt x="79383" y="0"/>
                  </a:lnTo>
                  <a:lnTo>
                    <a:pt x="85634" y="13126"/>
                  </a:lnTo>
                  <a:cubicBezTo>
                    <a:pt x="193141" y="231265"/>
                    <a:pt x="164389" y="613788"/>
                    <a:pt x="111886" y="1308207"/>
                  </a:cubicBezTo>
                  <a:cubicBezTo>
                    <a:pt x="105636" y="1388837"/>
                    <a:pt x="99385" y="1473843"/>
                    <a:pt x="93135" y="1563223"/>
                  </a:cubicBezTo>
                  <a:cubicBezTo>
                    <a:pt x="92509" y="1570724"/>
                    <a:pt x="86884" y="1575724"/>
                    <a:pt x="79383" y="1575724"/>
                  </a:cubicBezTo>
                  <a:cubicBezTo>
                    <a:pt x="79383" y="1575724"/>
                    <a:pt x="79383" y="1575724"/>
                    <a:pt x="79383" y="1575724"/>
                  </a:cubicBezTo>
                  <a:close/>
                  <a:moveTo>
                    <a:pt x="79383" y="33127"/>
                  </a:moveTo>
                  <a:cubicBezTo>
                    <a:pt x="-18747" y="250016"/>
                    <a:pt x="10004" y="630040"/>
                    <a:pt x="61257" y="1307582"/>
                  </a:cubicBezTo>
                  <a:cubicBezTo>
                    <a:pt x="66883" y="1385087"/>
                    <a:pt x="73133" y="1466342"/>
                    <a:pt x="79383" y="1551973"/>
                  </a:cubicBezTo>
                  <a:cubicBezTo>
                    <a:pt x="85634" y="1466342"/>
                    <a:pt x="91884" y="1385087"/>
                    <a:pt x="97510" y="1307582"/>
                  </a:cubicBezTo>
                  <a:cubicBezTo>
                    <a:pt x="148763" y="629414"/>
                    <a:pt x="177515" y="250016"/>
                    <a:pt x="79383" y="331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" name="Google Shape;62;p17"/>
            <p:cNvSpPr/>
            <p:nvPr/>
          </p:nvSpPr>
          <p:spPr>
            <a:xfrm rot="1588200">
              <a:off x="9301320" y="4021920"/>
              <a:ext cx="942480" cy="94680"/>
            </a:xfrm>
            <a:custGeom>
              <a:rect b="b" l="l" r="r" t="t"/>
              <a:pathLst>
                <a:path extrusionOk="0" h="158763" w="1575723">
                  <a:moveTo>
                    <a:pt x="476280" y="158764"/>
                  </a:moveTo>
                  <a:cubicBezTo>
                    <a:pt x="269392" y="158764"/>
                    <a:pt x="120632" y="138762"/>
                    <a:pt x="13126" y="85634"/>
                  </a:cubicBezTo>
                  <a:lnTo>
                    <a:pt x="0" y="79384"/>
                  </a:lnTo>
                  <a:lnTo>
                    <a:pt x="13126" y="73133"/>
                  </a:lnTo>
                  <a:cubicBezTo>
                    <a:pt x="231265" y="-34374"/>
                    <a:pt x="613788" y="-5622"/>
                    <a:pt x="1308832" y="46882"/>
                  </a:cubicBezTo>
                  <a:cubicBezTo>
                    <a:pt x="1389462" y="53132"/>
                    <a:pt x="1474467" y="59382"/>
                    <a:pt x="1563223" y="65633"/>
                  </a:cubicBezTo>
                  <a:cubicBezTo>
                    <a:pt x="1570723" y="66258"/>
                    <a:pt x="1575724" y="71883"/>
                    <a:pt x="1575724" y="79384"/>
                  </a:cubicBezTo>
                  <a:cubicBezTo>
                    <a:pt x="1575724" y="86884"/>
                    <a:pt x="1570723" y="92510"/>
                    <a:pt x="1563223" y="93135"/>
                  </a:cubicBezTo>
                  <a:cubicBezTo>
                    <a:pt x="1474467" y="99385"/>
                    <a:pt x="1389462" y="106260"/>
                    <a:pt x="1308832" y="111886"/>
                  </a:cubicBezTo>
                  <a:cubicBezTo>
                    <a:pt x="958185" y="138137"/>
                    <a:pt x="686918" y="158764"/>
                    <a:pt x="476280" y="158764"/>
                  </a:cubicBezTo>
                  <a:close/>
                  <a:moveTo>
                    <a:pt x="33127" y="79384"/>
                  </a:moveTo>
                  <a:cubicBezTo>
                    <a:pt x="250016" y="177515"/>
                    <a:pt x="630039" y="148763"/>
                    <a:pt x="1308207" y="97510"/>
                  </a:cubicBezTo>
                  <a:cubicBezTo>
                    <a:pt x="1385712" y="91884"/>
                    <a:pt x="1466967" y="85634"/>
                    <a:pt x="1552597" y="79384"/>
                  </a:cubicBezTo>
                  <a:cubicBezTo>
                    <a:pt x="1466967" y="73133"/>
                    <a:pt x="1385712" y="66883"/>
                    <a:pt x="1308207" y="61258"/>
                  </a:cubicBezTo>
                  <a:cubicBezTo>
                    <a:pt x="629414" y="10004"/>
                    <a:pt x="249390" y="-18748"/>
                    <a:pt x="33127" y="793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" name="Google Shape;63;p17"/>
            <p:cNvSpPr/>
            <p:nvPr/>
          </p:nvSpPr>
          <p:spPr>
            <a:xfrm rot="1588200">
              <a:off x="8400960" y="3664080"/>
              <a:ext cx="668520" cy="668160"/>
            </a:xfrm>
            <a:custGeom>
              <a:rect b="b" l="l" r="r" t="t"/>
              <a:pathLst>
                <a:path extrusionOk="0" h="1117570" w="1117897">
                  <a:moveTo>
                    <a:pt x="13453" y="1117570"/>
                  </a:moveTo>
                  <a:cubicBezTo>
                    <a:pt x="10328" y="1117570"/>
                    <a:pt x="6578" y="1116320"/>
                    <a:pt x="4077" y="1113195"/>
                  </a:cubicBezTo>
                  <a:cubicBezTo>
                    <a:pt x="-923" y="1108195"/>
                    <a:pt x="-1548" y="1100069"/>
                    <a:pt x="3452" y="1095069"/>
                  </a:cubicBezTo>
                  <a:cubicBezTo>
                    <a:pt x="61581" y="1027565"/>
                    <a:pt x="117210" y="963185"/>
                    <a:pt x="169713" y="901932"/>
                  </a:cubicBezTo>
                  <a:cubicBezTo>
                    <a:pt x="624116" y="373773"/>
                    <a:pt x="874132" y="82505"/>
                    <a:pt x="1104147" y="4375"/>
                  </a:cubicBezTo>
                  <a:lnTo>
                    <a:pt x="1117897" y="0"/>
                  </a:lnTo>
                  <a:lnTo>
                    <a:pt x="1113522" y="13751"/>
                  </a:lnTo>
                  <a:cubicBezTo>
                    <a:pt x="1035392" y="243765"/>
                    <a:pt x="744124" y="493781"/>
                    <a:pt x="215966" y="948184"/>
                  </a:cubicBezTo>
                  <a:cubicBezTo>
                    <a:pt x="154712" y="1000688"/>
                    <a:pt x="90333" y="1056316"/>
                    <a:pt x="22204" y="1115070"/>
                  </a:cubicBezTo>
                  <a:lnTo>
                    <a:pt x="22204" y="1115070"/>
                  </a:lnTo>
                  <a:cubicBezTo>
                    <a:pt x="19703" y="1116320"/>
                    <a:pt x="16578" y="1117570"/>
                    <a:pt x="13453" y="1117570"/>
                  </a:cubicBezTo>
                  <a:close/>
                  <a:moveTo>
                    <a:pt x="1094771" y="22501"/>
                  </a:moveTo>
                  <a:cubicBezTo>
                    <a:pt x="872257" y="106257"/>
                    <a:pt x="624116" y="395025"/>
                    <a:pt x="180963" y="910682"/>
                  </a:cubicBezTo>
                  <a:cubicBezTo>
                    <a:pt x="130335" y="970061"/>
                    <a:pt x="77207" y="1031940"/>
                    <a:pt x="20953" y="1096319"/>
                  </a:cubicBezTo>
                  <a:cubicBezTo>
                    <a:pt x="85958" y="1040065"/>
                    <a:pt x="147836" y="986937"/>
                    <a:pt x="206590" y="936309"/>
                  </a:cubicBezTo>
                  <a:cubicBezTo>
                    <a:pt x="722247" y="493156"/>
                    <a:pt x="1011016" y="245015"/>
                    <a:pt x="1094771" y="2250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" name="Google Shape;64;p17"/>
            <p:cNvSpPr/>
            <p:nvPr/>
          </p:nvSpPr>
          <p:spPr>
            <a:xfrm rot="1588200">
              <a:off x="9114480" y="4019400"/>
              <a:ext cx="668520" cy="668160"/>
            </a:xfrm>
            <a:custGeom>
              <a:rect b="b" l="l" r="r" t="t"/>
              <a:pathLst>
                <a:path extrusionOk="0" h="1117570" w="1117897">
                  <a:moveTo>
                    <a:pt x="1103819" y="1117570"/>
                  </a:moveTo>
                  <a:cubicBezTo>
                    <a:pt x="1100694" y="1117570"/>
                    <a:pt x="1097569" y="1116320"/>
                    <a:pt x="1095069" y="1114445"/>
                  </a:cubicBezTo>
                  <a:cubicBezTo>
                    <a:pt x="1027564" y="1056316"/>
                    <a:pt x="963185" y="1000688"/>
                    <a:pt x="901931" y="948184"/>
                  </a:cubicBezTo>
                  <a:cubicBezTo>
                    <a:pt x="373148" y="493781"/>
                    <a:pt x="82505" y="243765"/>
                    <a:pt x="4375" y="13751"/>
                  </a:cubicBezTo>
                  <a:lnTo>
                    <a:pt x="0" y="0"/>
                  </a:lnTo>
                  <a:lnTo>
                    <a:pt x="13751" y="4375"/>
                  </a:lnTo>
                  <a:cubicBezTo>
                    <a:pt x="243765" y="82505"/>
                    <a:pt x="493781" y="373773"/>
                    <a:pt x="948184" y="901932"/>
                  </a:cubicBezTo>
                  <a:cubicBezTo>
                    <a:pt x="1000688" y="963185"/>
                    <a:pt x="1056316" y="1027565"/>
                    <a:pt x="1114445" y="1095069"/>
                  </a:cubicBezTo>
                  <a:lnTo>
                    <a:pt x="1114445" y="1095069"/>
                  </a:lnTo>
                  <a:cubicBezTo>
                    <a:pt x="1119445" y="1100694"/>
                    <a:pt x="1118820" y="1108195"/>
                    <a:pt x="1113820" y="1113820"/>
                  </a:cubicBezTo>
                  <a:cubicBezTo>
                    <a:pt x="1110695" y="1116320"/>
                    <a:pt x="1107569" y="1117570"/>
                    <a:pt x="1103819" y="1117570"/>
                  </a:cubicBezTo>
                  <a:close/>
                  <a:moveTo>
                    <a:pt x="22501" y="22501"/>
                  </a:moveTo>
                  <a:cubicBezTo>
                    <a:pt x="106257" y="245015"/>
                    <a:pt x="395025" y="493156"/>
                    <a:pt x="910682" y="936934"/>
                  </a:cubicBezTo>
                  <a:cubicBezTo>
                    <a:pt x="969436" y="987562"/>
                    <a:pt x="1031940" y="1040690"/>
                    <a:pt x="1096318" y="1096944"/>
                  </a:cubicBezTo>
                  <a:cubicBezTo>
                    <a:pt x="1040690" y="1031940"/>
                    <a:pt x="986936" y="970061"/>
                    <a:pt x="936308" y="911307"/>
                  </a:cubicBezTo>
                  <a:cubicBezTo>
                    <a:pt x="493781" y="395025"/>
                    <a:pt x="245640" y="106257"/>
                    <a:pt x="22501" y="2250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" name="Google Shape;65;p17"/>
            <p:cNvSpPr/>
            <p:nvPr/>
          </p:nvSpPr>
          <p:spPr>
            <a:xfrm rot="1588200">
              <a:off x="9469440" y="3305160"/>
              <a:ext cx="668520" cy="668880"/>
            </a:xfrm>
            <a:custGeom>
              <a:rect b="b" l="l" r="r" t="t"/>
              <a:pathLst>
                <a:path extrusionOk="0" h="1118522" w="1117897">
                  <a:moveTo>
                    <a:pt x="0" y="1118522"/>
                  </a:moveTo>
                  <a:lnTo>
                    <a:pt x="4376" y="1104772"/>
                  </a:lnTo>
                  <a:cubicBezTo>
                    <a:pt x="82506" y="874757"/>
                    <a:pt x="373774" y="624741"/>
                    <a:pt x="901932" y="170338"/>
                  </a:cubicBezTo>
                  <a:cubicBezTo>
                    <a:pt x="963186" y="117835"/>
                    <a:pt x="1027565" y="62206"/>
                    <a:pt x="1095694" y="3452"/>
                  </a:cubicBezTo>
                  <a:cubicBezTo>
                    <a:pt x="1101320" y="-1548"/>
                    <a:pt x="1108820" y="-923"/>
                    <a:pt x="1113821" y="4077"/>
                  </a:cubicBezTo>
                  <a:cubicBezTo>
                    <a:pt x="1118820" y="9078"/>
                    <a:pt x="1119446" y="17203"/>
                    <a:pt x="1114445" y="22204"/>
                  </a:cubicBezTo>
                  <a:lnTo>
                    <a:pt x="1114445" y="22204"/>
                  </a:lnTo>
                  <a:cubicBezTo>
                    <a:pt x="1056316" y="89708"/>
                    <a:pt x="1000689" y="154087"/>
                    <a:pt x="948185" y="215341"/>
                  </a:cubicBezTo>
                  <a:cubicBezTo>
                    <a:pt x="493781" y="743499"/>
                    <a:pt x="243765" y="1034767"/>
                    <a:pt x="13751" y="1112897"/>
                  </a:cubicBezTo>
                  <a:lnTo>
                    <a:pt x="0" y="1118522"/>
                  </a:lnTo>
                  <a:close/>
                  <a:moveTo>
                    <a:pt x="1103820" y="13453"/>
                  </a:moveTo>
                  <a:cubicBezTo>
                    <a:pt x="1036940" y="72832"/>
                    <a:pt x="972562" y="128460"/>
                    <a:pt x="911308" y="180963"/>
                  </a:cubicBezTo>
                  <a:cubicBezTo>
                    <a:pt x="395650" y="624116"/>
                    <a:pt x="106882" y="872257"/>
                    <a:pt x="23127" y="1094771"/>
                  </a:cubicBezTo>
                  <a:cubicBezTo>
                    <a:pt x="245641" y="1011016"/>
                    <a:pt x="493781" y="722248"/>
                    <a:pt x="937559" y="206590"/>
                  </a:cubicBezTo>
                  <a:cubicBezTo>
                    <a:pt x="990062" y="145336"/>
                    <a:pt x="1045691" y="80957"/>
                    <a:pt x="1103820" y="13453"/>
                  </a:cubicBezTo>
                  <a:lnTo>
                    <a:pt x="1109445" y="18453"/>
                  </a:lnTo>
                  <a:lnTo>
                    <a:pt x="1103820" y="13453"/>
                  </a:lnTo>
                  <a:lnTo>
                    <a:pt x="1109445" y="18453"/>
                  </a:lnTo>
                  <a:lnTo>
                    <a:pt x="1103820" y="134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" name="Google Shape;66;p17"/>
            <p:cNvSpPr/>
            <p:nvPr/>
          </p:nvSpPr>
          <p:spPr>
            <a:xfrm rot="1588200">
              <a:off x="8755920" y="2950560"/>
              <a:ext cx="668880" cy="668520"/>
            </a:xfrm>
            <a:custGeom>
              <a:rect b="b" l="l" r="r" t="t"/>
              <a:pathLst>
                <a:path extrusionOk="0" h="1117897" w="1118522">
                  <a:moveTo>
                    <a:pt x="1118522" y="1117897"/>
                  </a:moveTo>
                  <a:lnTo>
                    <a:pt x="1104772" y="1113522"/>
                  </a:lnTo>
                  <a:cubicBezTo>
                    <a:pt x="874757" y="1035392"/>
                    <a:pt x="624741" y="744124"/>
                    <a:pt x="170338" y="215966"/>
                  </a:cubicBezTo>
                  <a:cubicBezTo>
                    <a:pt x="117834" y="154712"/>
                    <a:pt x="62206" y="90333"/>
                    <a:pt x="3452" y="22204"/>
                  </a:cubicBezTo>
                  <a:lnTo>
                    <a:pt x="3452" y="22204"/>
                  </a:lnTo>
                  <a:cubicBezTo>
                    <a:pt x="-1548" y="16578"/>
                    <a:pt x="-923" y="9078"/>
                    <a:pt x="4077" y="4077"/>
                  </a:cubicBezTo>
                  <a:cubicBezTo>
                    <a:pt x="9077" y="-923"/>
                    <a:pt x="17203" y="-1548"/>
                    <a:pt x="22828" y="3452"/>
                  </a:cubicBezTo>
                  <a:cubicBezTo>
                    <a:pt x="90333" y="61581"/>
                    <a:pt x="154712" y="117209"/>
                    <a:pt x="216591" y="170338"/>
                  </a:cubicBezTo>
                  <a:cubicBezTo>
                    <a:pt x="744749" y="624741"/>
                    <a:pt x="1036017" y="874757"/>
                    <a:pt x="1114147" y="1104771"/>
                  </a:cubicBezTo>
                  <a:lnTo>
                    <a:pt x="1118522" y="1117897"/>
                  </a:lnTo>
                  <a:close/>
                  <a:moveTo>
                    <a:pt x="20953" y="20953"/>
                  </a:moveTo>
                  <a:cubicBezTo>
                    <a:pt x="77207" y="85958"/>
                    <a:pt x="130335" y="147836"/>
                    <a:pt x="180963" y="206590"/>
                  </a:cubicBezTo>
                  <a:cubicBezTo>
                    <a:pt x="624116" y="722248"/>
                    <a:pt x="872257" y="1011016"/>
                    <a:pt x="1094771" y="1094771"/>
                  </a:cubicBezTo>
                  <a:cubicBezTo>
                    <a:pt x="1011016" y="872257"/>
                    <a:pt x="722247" y="624116"/>
                    <a:pt x="206590" y="180963"/>
                  </a:cubicBezTo>
                  <a:cubicBezTo>
                    <a:pt x="147836" y="129710"/>
                    <a:pt x="85958" y="76582"/>
                    <a:pt x="20953" y="209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" name="Google Shape;67;p17"/>
            <p:cNvSpPr/>
            <p:nvPr/>
          </p:nvSpPr>
          <p:spPr>
            <a:xfrm rot="1588200">
              <a:off x="8499960" y="3262680"/>
              <a:ext cx="828360" cy="327960"/>
            </a:xfrm>
            <a:custGeom>
              <a:rect b="b" l="l" r="r" t="t"/>
              <a:pathLst>
                <a:path extrusionOk="0" h="548695" w="1385324">
                  <a:moveTo>
                    <a:pt x="1330322" y="548695"/>
                  </a:moveTo>
                  <a:cubicBezTo>
                    <a:pt x="1104057" y="548695"/>
                    <a:pt x="782787" y="394936"/>
                    <a:pt x="224627" y="128669"/>
                  </a:cubicBezTo>
                  <a:cubicBezTo>
                    <a:pt x="155873" y="96167"/>
                    <a:pt x="83993" y="61165"/>
                    <a:pt x="7739" y="25538"/>
                  </a:cubicBezTo>
                  <a:cubicBezTo>
                    <a:pt x="1488" y="22412"/>
                    <a:pt x="-1637" y="15537"/>
                    <a:pt x="863" y="8661"/>
                  </a:cubicBezTo>
                  <a:cubicBezTo>
                    <a:pt x="3363" y="1786"/>
                    <a:pt x="10239" y="-1339"/>
                    <a:pt x="17114" y="536"/>
                  </a:cubicBezTo>
                  <a:cubicBezTo>
                    <a:pt x="97119" y="24912"/>
                    <a:pt x="173999" y="48664"/>
                    <a:pt x="247129" y="70540"/>
                  </a:cubicBezTo>
                  <a:cubicBezTo>
                    <a:pt x="874668" y="261177"/>
                    <a:pt x="1220940" y="366184"/>
                    <a:pt x="1375325" y="534945"/>
                  </a:cubicBezTo>
                  <a:lnTo>
                    <a:pt x="1385325" y="545570"/>
                  </a:lnTo>
                  <a:lnTo>
                    <a:pt x="1370950" y="546820"/>
                  </a:lnTo>
                  <a:cubicBezTo>
                    <a:pt x="1357823" y="548070"/>
                    <a:pt x="1344073" y="548695"/>
                    <a:pt x="1330322" y="548695"/>
                  </a:cubicBezTo>
                  <a:close/>
                  <a:moveTo>
                    <a:pt x="27740" y="18662"/>
                  </a:moveTo>
                  <a:cubicBezTo>
                    <a:pt x="98369" y="52414"/>
                    <a:pt x="165873" y="84291"/>
                    <a:pt x="230878" y="115543"/>
                  </a:cubicBezTo>
                  <a:cubicBezTo>
                    <a:pt x="807789" y="391185"/>
                    <a:pt x="1131559" y="545570"/>
                    <a:pt x="1354698" y="533694"/>
                  </a:cubicBezTo>
                  <a:cubicBezTo>
                    <a:pt x="1197813" y="374309"/>
                    <a:pt x="854666" y="269928"/>
                    <a:pt x="243379" y="84291"/>
                  </a:cubicBezTo>
                  <a:cubicBezTo>
                    <a:pt x="174624" y="63665"/>
                    <a:pt x="102745" y="41788"/>
                    <a:pt x="27740" y="18662"/>
                  </a:cubicBezTo>
                  <a:close/>
                  <a:moveTo>
                    <a:pt x="13989" y="12412"/>
                  </a:moveTo>
                  <a:lnTo>
                    <a:pt x="10864" y="18662"/>
                  </a:lnTo>
                  <a:lnTo>
                    <a:pt x="13989" y="1241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" name="Google Shape;68;p17"/>
            <p:cNvSpPr/>
            <p:nvPr/>
          </p:nvSpPr>
          <p:spPr>
            <a:xfrm rot="1588200">
              <a:off x="9498240" y="3049560"/>
              <a:ext cx="327960" cy="828000"/>
            </a:xfrm>
            <a:custGeom>
              <a:rect b="b" l="l" r="r" t="t"/>
              <a:pathLst>
                <a:path extrusionOk="0" h="1384699" w="548537">
                  <a:moveTo>
                    <a:pt x="2968" y="1384700"/>
                  </a:moveTo>
                  <a:lnTo>
                    <a:pt x="1717" y="1370324"/>
                  </a:lnTo>
                  <a:cubicBezTo>
                    <a:pt x="-18284" y="1142185"/>
                    <a:pt x="137351" y="816539"/>
                    <a:pt x="419869" y="224627"/>
                  </a:cubicBezTo>
                  <a:cubicBezTo>
                    <a:pt x="452996" y="155873"/>
                    <a:pt x="487373" y="83368"/>
                    <a:pt x="523000" y="7739"/>
                  </a:cubicBezTo>
                  <a:lnTo>
                    <a:pt x="523000" y="7739"/>
                  </a:lnTo>
                  <a:cubicBezTo>
                    <a:pt x="526125" y="1488"/>
                    <a:pt x="533001" y="-1637"/>
                    <a:pt x="539876" y="863"/>
                  </a:cubicBezTo>
                  <a:cubicBezTo>
                    <a:pt x="546752" y="3363"/>
                    <a:pt x="549877" y="10239"/>
                    <a:pt x="548002" y="17114"/>
                  </a:cubicBezTo>
                  <a:cubicBezTo>
                    <a:pt x="523625" y="97744"/>
                    <a:pt x="499874" y="173999"/>
                    <a:pt x="477998" y="247129"/>
                  </a:cubicBezTo>
                  <a:cubicBezTo>
                    <a:pt x="287361" y="874668"/>
                    <a:pt x="182354" y="1220315"/>
                    <a:pt x="13593" y="1375324"/>
                  </a:cubicBezTo>
                  <a:lnTo>
                    <a:pt x="2968" y="1384700"/>
                  </a:lnTo>
                  <a:close/>
                  <a:moveTo>
                    <a:pt x="529876" y="27740"/>
                  </a:moveTo>
                  <a:cubicBezTo>
                    <a:pt x="496123" y="98369"/>
                    <a:pt x="463622" y="166498"/>
                    <a:pt x="432994" y="230878"/>
                  </a:cubicBezTo>
                  <a:cubicBezTo>
                    <a:pt x="157352" y="807789"/>
                    <a:pt x="2968" y="1130934"/>
                    <a:pt x="14843" y="1354073"/>
                  </a:cubicBezTo>
                  <a:cubicBezTo>
                    <a:pt x="174228" y="1197188"/>
                    <a:pt x="278610" y="854042"/>
                    <a:pt x="464246" y="242753"/>
                  </a:cubicBezTo>
                  <a:cubicBezTo>
                    <a:pt x="484873" y="174624"/>
                    <a:pt x="506749" y="102745"/>
                    <a:pt x="529876" y="27740"/>
                  </a:cubicBezTo>
                  <a:close/>
                  <a:moveTo>
                    <a:pt x="536126" y="13989"/>
                  </a:moveTo>
                  <a:lnTo>
                    <a:pt x="536126" y="13989"/>
                  </a:lnTo>
                  <a:lnTo>
                    <a:pt x="529876" y="10864"/>
                  </a:lnTo>
                  <a:lnTo>
                    <a:pt x="536126" y="1398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" name="Google Shape;69;p17"/>
            <p:cNvSpPr/>
            <p:nvPr/>
          </p:nvSpPr>
          <p:spPr>
            <a:xfrm rot="1588200">
              <a:off x="8713080" y="3759480"/>
              <a:ext cx="327960" cy="828720"/>
            </a:xfrm>
            <a:custGeom>
              <a:rect b="b" l="l" r="r" t="t"/>
              <a:pathLst>
                <a:path extrusionOk="0" h="1385711" w="548537">
                  <a:moveTo>
                    <a:pt x="13662" y="1385712"/>
                  </a:moveTo>
                  <a:cubicBezTo>
                    <a:pt x="11787" y="1385712"/>
                    <a:pt x="10537" y="1385712"/>
                    <a:pt x="8662" y="1384462"/>
                  </a:cubicBezTo>
                  <a:cubicBezTo>
                    <a:pt x="1786" y="1381962"/>
                    <a:pt x="-1339" y="1375087"/>
                    <a:pt x="536" y="1368211"/>
                  </a:cubicBezTo>
                  <a:lnTo>
                    <a:pt x="536" y="1368211"/>
                  </a:lnTo>
                  <a:cubicBezTo>
                    <a:pt x="24912" y="1287581"/>
                    <a:pt x="48664" y="1211326"/>
                    <a:pt x="70541" y="1138197"/>
                  </a:cubicBezTo>
                  <a:cubicBezTo>
                    <a:pt x="261178" y="510657"/>
                    <a:pt x="366184" y="165010"/>
                    <a:pt x="534944" y="10001"/>
                  </a:cubicBezTo>
                  <a:lnTo>
                    <a:pt x="545570" y="0"/>
                  </a:lnTo>
                  <a:lnTo>
                    <a:pt x="546820" y="14376"/>
                  </a:lnTo>
                  <a:cubicBezTo>
                    <a:pt x="566822" y="242515"/>
                    <a:pt x="411187" y="568161"/>
                    <a:pt x="128669" y="1160698"/>
                  </a:cubicBezTo>
                  <a:cubicBezTo>
                    <a:pt x="96167" y="1229452"/>
                    <a:pt x="61165" y="1301332"/>
                    <a:pt x="25537" y="1377587"/>
                  </a:cubicBezTo>
                  <a:cubicBezTo>
                    <a:pt x="23038" y="1383212"/>
                    <a:pt x="18662" y="1385712"/>
                    <a:pt x="13662" y="1385712"/>
                  </a:cubicBezTo>
                  <a:close/>
                  <a:moveTo>
                    <a:pt x="8037" y="1370711"/>
                  </a:moveTo>
                  <a:lnTo>
                    <a:pt x="14912" y="1372586"/>
                  </a:lnTo>
                  <a:cubicBezTo>
                    <a:pt x="14912" y="1372586"/>
                    <a:pt x="14912" y="1372586"/>
                    <a:pt x="14912" y="1372586"/>
                  </a:cubicBezTo>
                  <a:lnTo>
                    <a:pt x="8037" y="1370711"/>
                  </a:lnTo>
                  <a:close/>
                  <a:moveTo>
                    <a:pt x="534319" y="31877"/>
                  </a:moveTo>
                  <a:cubicBezTo>
                    <a:pt x="374934" y="188762"/>
                    <a:pt x="270553" y="531908"/>
                    <a:pt x="84916" y="1143197"/>
                  </a:cubicBezTo>
                  <a:cubicBezTo>
                    <a:pt x="63665" y="1213826"/>
                    <a:pt x="41163" y="1287581"/>
                    <a:pt x="17412" y="1364461"/>
                  </a:cubicBezTo>
                  <a:cubicBezTo>
                    <a:pt x="51164" y="1291956"/>
                    <a:pt x="84291" y="1221952"/>
                    <a:pt x="116168" y="1155073"/>
                  </a:cubicBezTo>
                  <a:cubicBezTo>
                    <a:pt x="391185" y="578786"/>
                    <a:pt x="545570" y="255016"/>
                    <a:pt x="534319" y="318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" name="Google Shape;70;p17"/>
            <p:cNvSpPr/>
            <p:nvPr/>
          </p:nvSpPr>
          <p:spPr>
            <a:xfrm rot="1588200">
              <a:off x="9210960" y="4047480"/>
              <a:ext cx="828000" cy="327960"/>
            </a:xfrm>
            <a:custGeom>
              <a:rect b="b" l="l" r="r" t="t"/>
              <a:pathLst>
                <a:path extrusionOk="0" h="548626" w="1384700">
                  <a:moveTo>
                    <a:pt x="1371961" y="548627"/>
                  </a:moveTo>
                  <a:cubicBezTo>
                    <a:pt x="1370711" y="548627"/>
                    <a:pt x="1369462" y="548627"/>
                    <a:pt x="1368211" y="548002"/>
                  </a:cubicBezTo>
                  <a:cubicBezTo>
                    <a:pt x="1287581" y="523625"/>
                    <a:pt x="1211326" y="499874"/>
                    <a:pt x="1138197" y="477997"/>
                  </a:cubicBezTo>
                  <a:cubicBezTo>
                    <a:pt x="510658" y="287360"/>
                    <a:pt x="165011" y="182354"/>
                    <a:pt x="10001" y="13593"/>
                  </a:cubicBezTo>
                  <a:lnTo>
                    <a:pt x="0" y="2968"/>
                  </a:lnTo>
                  <a:lnTo>
                    <a:pt x="14376" y="1717"/>
                  </a:lnTo>
                  <a:cubicBezTo>
                    <a:pt x="241891" y="-18284"/>
                    <a:pt x="568161" y="137351"/>
                    <a:pt x="1160074" y="419869"/>
                  </a:cubicBezTo>
                  <a:cubicBezTo>
                    <a:pt x="1228828" y="452996"/>
                    <a:pt x="1300707" y="487373"/>
                    <a:pt x="1376962" y="523000"/>
                  </a:cubicBezTo>
                  <a:lnTo>
                    <a:pt x="1376962" y="523000"/>
                  </a:lnTo>
                  <a:cubicBezTo>
                    <a:pt x="1383212" y="526125"/>
                    <a:pt x="1386337" y="533001"/>
                    <a:pt x="1383837" y="539876"/>
                  </a:cubicBezTo>
                  <a:cubicBezTo>
                    <a:pt x="1381963" y="545502"/>
                    <a:pt x="1376962" y="548627"/>
                    <a:pt x="1371961" y="548627"/>
                  </a:cubicBezTo>
                  <a:close/>
                  <a:moveTo>
                    <a:pt x="1371336" y="536126"/>
                  </a:moveTo>
                  <a:lnTo>
                    <a:pt x="1371336" y="536126"/>
                  </a:lnTo>
                  <a:lnTo>
                    <a:pt x="1374462" y="529876"/>
                  </a:lnTo>
                  <a:lnTo>
                    <a:pt x="1371336" y="536126"/>
                  </a:lnTo>
                  <a:close/>
                  <a:moveTo>
                    <a:pt x="30627" y="14843"/>
                  </a:moveTo>
                  <a:cubicBezTo>
                    <a:pt x="187512" y="174228"/>
                    <a:pt x="530659" y="278610"/>
                    <a:pt x="1141947" y="464246"/>
                  </a:cubicBezTo>
                  <a:cubicBezTo>
                    <a:pt x="1210702" y="484873"/>
                    <a:pt x="1282581" y="506749"/>
                    <a:pt x="1357586" y="529876"/>
                  </a:cubicBezTo>
                  <a:cubicBezTo>
                    <a:pt x="1286956" y="496124"/>
                    <a:pt x="1218827" y="463621"/>
                    <a:pt x="1154448" y="432995"/>
                  </a:cubicBezTo>
                  <a:cubicBezTo>
                    <a:pt x="577536" y="157352"/>
                    <a:pt x="253767" y="2968"/>
                    <a:pt x="30627" y="1484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" name="Google Shape;71;p17"/>
            <p:cNvSpPr/>
            <p:nvPr/>
          </p:nvSpPr>
          <p:spPr>
            <a:xfrm rot="1588200">
              <a:off x="8333640" y="3614400"/>
              <a:ext cx="813240" cy="363240"/>
            </a:xfrm>
            <a:custGeom>
              <a:rect b="b" l="l" r="r" t="t"/>
              <a:pathLst>
                <a:path extrusionOk="0" h="607906" w="1359555">
                  <a:moveTo>
                    <a:pt x="13221" y="607907"/>
                  </a:moveTo>
                  <a:cubicBezTo>
                    <a:pt x="8221" y="607907"/>
                    <a:pt x="3845" y="604781"/>
                    <a:pt x="1345" y="599781"/>
                  </a:cubicBezTo>
                  <a:cubicBezTo>
                    <a:pt x="-1780" y="593530"/>
                    <a:pt x="720" y="586030"/>
                    <a:pt x="6971" y="582905"/>
                  </a:cubicBezTo>
                  <a:cubicBezTo>
                    <a:pt x="81350" y="543527"/>
                    <a:pt x="151980" y="506025"/>
                    <a:pt x="218859" y="469773"/>
                  </a:cubicBezTo>
                  <a:cubicBezTo>
                    <a:pt x="797645" y="161003"/>
                    <a:pt x="1116415" y="-9007"/>
                    <a:pt x="1345180" y="368"/>
                  </a:cubicBezTo>
                  <a:lnTo>
                    <a:pt x="1359556" y="993"/>
                  </a:lnTo>
                  <a:lnTo>
                    <a:pt x="1350180" y="12244"/>
                  </a:lnTo>
                  <a:cubicBezTo>
                    <a:pt x="1203296" y="187880"/>
                    <a:pt x="862650" y="307888"/>
                    <a:pt x="244486" y="526651"/>
                  </a:cubicBezTo>
                  <a:cubicBezTo>
                    <a:pt x="172606" y="552278"/>
                    <a:pt x="96976" y="578530"/>
                    <a:pt x="17596" y="606656"/>
                  </a:cubicBezTo>
                  <a:lnTo>
                    <a:pt x="17596" y="606656"/>
                  </a:lnTo>
                  <a:cubicBezTo>
                    <a:pt x="15721" y="607281"/>
                    <a:pt x="14471" y="607907"/>
                    <a:pt x="13221" y="607907"/>
                  </a:cubicBezTo>
                  <a:close/>
                  <a:moveTo>
                    <a:pt x="12596" y="593530"/>
                  </a:moveTo>
                  <a:lnTo>
                    <a:pt x="12596" y="593530"/>
                  </a:lnTo>
                  <a:lnTo>
                    <a:pt x="12596" y="593530"/>
                  </a:lnTo>
                  <a:lnTo>
                    <a:pt x="12596" y="593530"/>
                  </a:lnTo>
                  <a:close/>
                  <a:moveTo>
                    <a:pt x="1325804" y="14119"/>
                  </a:moveTo>
                  <a:cubicBezTo>
                    <a:pt x="1102040" y="14119"/>
                    <a:pt x="786395" y="182880"/>
                    <a:pt x="225734" y="482274"/>
                  </a:cubicBezTo>
                  <a:cubicBezTo>
                    <a:pt x="162606" y="516026"/>
                    <a:pt x="96352" y="551028"/>
                    <a:pt x="26972" y="587905"/>
                  </a:cubicBezTo>
                  <a:cubicBezTo>
                    <a:pt x="100727" y="561653"/>
                    <a:pt x="171981" y="536652"/>
                    <a:pt x="239485" y="512900"/>
                  </a:cubicBezTo>
                  <a:cubicBezTo>
                    <a:pt x="842023" y="299762"/>
                    <a:pt x="1179544" y="180379"/>
                    <a:pt x="1329554" y="14119"/>
                  </a:cubicBezTo>
                  <a:cubicBezTo>
                    <a:pt x="1328304" y="14119"/>
                    <a:pt x="1327054" y="14119"/>
                    <a:pt x="1325804" y="141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" name="Google Shape;72;p17"/>
            <p:cNvSpPr/>
            <p:nvPr/>
          </p:nvSpPr>
          <p:spPr>
            <a:xfrm rot="1588200">
              <a:off x="9064800" y="3941640"/>
              <a:ext cx="363240" cy="812880"/>
            </a:xfrm>
            <a:custGeom>
              <a:rect b="b" l="l" r="r" t="t"/>
              <a:pathLst>
                <a:path extrusionOk="0" h="1359460" w="607567">
                  <a:moveTo>
                    <a:pt x="594203" y="1359460"/>
                  </a:moveTo>
                  <a:cubicBezTo>
                    <a:pt x="589204" y="1359460"/>
                    <a:pt x="584828" y="1356960"/>
                    <a:pt x="582953" y="1352585"/>
                  </a:cubicBezTo>
                  <a:cubicBezTo>
                    <a:pt x="543575" y="1278205"/>
                    <a:pt x="506073" y="1208201"/>
                    <a:pt x="469821" y="1140697"/>
                  </a:cubicBezTo>
                  <a:cubicBezTo>
                    <a:pt x="161052" y="561910"/>
                    <a:pt x="-9584" y="243140"/>
                    <a:pt x="416" y="14376"/>
                  </a:cubicBezTo>
                  <a:lnTo>
                    <a:pt x="1042" y="0"/>
                  </a:lnTo>
                  <a:lnTo>
                    <a:pt x="12292" y="9376"/>
                  </a:lnTo>
                  <a:cubicBezTo>
                    <a:pt x="187928" y="156260"/>
                    <a:pt x="307936" y="496906"/>
                    <a:pt x="526700" y="1115070"/>
                  </a:cubicBezTo>
                  <a:cubicBezTo>
                    <a:pt x="552326" y="1186949"/>
                    <a:pt x="578578" y="1262579"/>
                    <a:pt x="606704" y="1341334"/>
                  </a:cubicBezTo>
                  <a:lnTo>
                    <a:pt x="606704" y="1341334"/>
                  </a:lnTo>
                  <a:cubicBezTo>
                    <a:pt x="609205" y="1348210"/>
                    <a:pt x="606079" y="1355085"/>
                    <a:pt x="599829" y="1357585"/>
                  </a:cubicBezTo>
                  <a:cubicBezTo>
                    <a:pt x="597329" y="1358835"/>
                    <a:pt x="595454" y="1359460"/>
                    <a:pt x="594203" y="1359460"/>
                  </a:cubicBezTo>
                  <a:close/>
                  <a:moveTo>
                    <a:pt x="592954" y="1346334"/>
                  </a:moveTo>
                  <a:lnTo>
                    <a:pt x="592954" y="1346334"/>
                  </a:lnTo>
                  <a:lnTo>
                    <a:pt x="592954" y="1346334"/>
                  </a:lnTo>
                  <a:lnTo>
                    <a:pt x="592954" y="1346334"/>
                  </a:lnTo>
                  <a:close/>
                  <a:moveTo>
                    <a:pt x="14167" y="30002"/>
                  </a:moveTo>
                  <a:cubicBezTo>
                    <a:pt x="12292" y="253766"/>
                    <a:pt x="181053" y="570036"/>
                    <a:pt x="482322" y="1133821"/>
                  </a:cubicBezTo>
                  <a:cubicBezTo>
                    <a:pt x="516074" y="1196950"/>
                    <a:pt x="551076" y="1263204"/>
                    <a:pt x="587953" y="1331959"/>
                  </a:cubicBezTo>
                  <a:cubicBezTo>
                    <a:pt x="561702" y="1258204"/>
                    <a:pt x="536700" y="1186949"/>
                    <a:pt x="512948" y="1119445"/>
                  </a:cubicBezTo>
                  <a:cubicBezTo>
                    <a:pt x="299810" y="517532"/>
                    <a:pt x="180428" y="179386"/>
                    <a:pt x="14167" y="300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" name="Google Shape;73;p17"/>
            <p:cNvSpPr/>
            <p:nvPr/>
          </p:nvSpPr>
          <p:spPr>
            <a:xfrm rot="1588200">
              <a:off x="9392400" y="3660480"/>
              <a:ext cx="813240" cy="363240"/>
            </a:xfrm>
            <a:custGeom>
              <a:rect b="b" l="l" r="r" t="t"/>
              <a:pathLst>
                <a:path extrusionOk="0" h="607776" w="1359555">
                  <a:moveTo>
                    <a:pt x="33127" y="607776"/>
                  </a:moveTo>
                  <a:cubicBezTo>
                    <a:pt x="26876" y="607776"/>
                    <a:pt x="20626" y="607776"/>
                    <a:pt x="14375" y="607151"/>
                  </a:cubicBezTo>
                  <a:lnTo>
                    <a:pt x="0" y="606526"/>
                  </a:lnTo>
                  <a:lnTo>
                    <a:pt x="9376" y="595275"/>
                  </a:lnTo>
                  <a:cubicBezTo>
                    <a:pt x="156260" y="419639"/>
                    <a:pt x="496906" y="299632"/>
                    <a:pt x="1115695" y="80868"/>
                  </a:cubicBezTo>
                  <a:cubicBezTo>
                    <a:pt x="1187575" y="55241"/>
                    <a:pt x="1263204" y="28990"/>
                    <a:pt x="1341959" y="863"/>
                  </a:cubicBezTo>
                  <a:lnTo>
                    <a:pt x="1341959" y="863"/>
                  </a:lnTo>
                  <a:cubicBezTo>
                    <a:pt x="1348834" y="-1637"/>
                    <a:pt x="1355710" y="1488"/>
                    <a:pt x="1358210" y="7739"/>
                  </a:cubicBezTo>
                  <a:cubicBezTo>
                    <a:pt x="1361335" y="13989"/>
                    <a:pt x="1358836" y="21489"/>
                    <a:pt x="1352585" y="24615"/>
                  </a:cubicBezTo>
                  <a:cubicBezTo>
                    <a:pt x="1278205" y="63992"/>
                    <a:pt x="1207576" y="101494"/>
                    <a:pt x="1140697" y="137747"/>
                  </a:cubicBezTo>
                  <a:cubicBezTo>
                    <a:pt x="576911" y="438391"/>
                    <a:pt x="260016" y="607776"/>
                    <a:pt x="33127" y="607776"/>
                  </a:cubicBezTo>
                  <a:close/>
                  <a:moveTo>
                    <a:pt x="29377" y="593400"/>
                  </a:moveTo>
                  <a:cubicBezTo>
                    <a:pt x="30627" y="593400"/>
                    <a:pt x="31877" y="593400"/>
                    <a:pt x="32502" y="593400"/>
                  </a:cubicBezTo>
                  <a:cubicBezTo>
                    <a:pt x="256266" y="593400"/>
                    <a:pt x="571911" y="424640"/>
                    <a:pt x="1132571" y="125246"/>
                  </a:cubicBezTo>
                  <a:cubicBezTo>
                    <a:pt x="1195700" y="91494"/>
                    <a:pt x="1261955" y="56492"/>
                    <a:pt x="1331334" y="19614"/>
                  </a:cubicBezTo>
                  <a:cubicBezTo>
                    <a:pt x="1257579" y="45866"/>
                    <a:pt x="1186950" y="70867"/>
                    <a:pt x="1119445" y="94619"/>
                  </a:cubicBezTo>
                  <a:cubicBezTo>
                    <a:pt x="516907" y="307132"/>
                    <a:pt x="179386" y="426515"/>
                    <a:pt x="29377" y="593400"/>
                  </a:cubicBezTo>
                  <a:close/>
                  <a:moveTo>
                    <a:pt x="1346335" y="13989"/>
                  </a:moveTo>
                  <a:lnTo>
                    <a:pt x="1346335" y="13989"/>
                  </a:lnTo>
                  <a:lnTo>
                    <a:pt x="1343834" y="7113"/>
                  </a:lnTo>
                  <a:lnTo>
                    <a:pt x="1346335" y="1398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" name="Google Shape;74;p17"/>
            <p:cNvSpPr/>
            <p:nvPr/>
          </p:nvSpPr>
          <p:spPr>
            <a:xfrm rot="1588200">
              <a:off x="9110880" y="2882880"/>
              <a:ext cx="363240" cy="813240"/>
            </a:xfrm>
            <a:custGeom>
              <a:rect b="b" l="l" r="r" t="t"/>
              <a:pathLst>
                <a:path extrusionOk="0" h="1359555" w="607567">
                  <a:moveTo>
                    <a:pt x="606526" y="1359556"/>
                  </a:moveTo>
                  <a:lnTo>
                    <a:pt x="595275" y="1350180"/>
                  </a:lnTo>
                  <a:cubicBezTo>
                    <a:pt x="419639" y="1203296"/>
                    <a:pt x="299632" y="862650"/>
                    <a:pt x="80869" y="243861"/>
                  </a:cubicBezTo>
                  <a:cubicBezTo>
                    <a:pt x="55242" y="171981"/>
                    <a:pt x="28990" y="96351"/>
                    <a:pt x="863" y="17596"/>
                  </a:cubicBezTo>
                  <a:lnTo>
                    <a:pt x="863" y="17596"/>
                  </a:lnTo>
                  <a:cubicBezTo>
                    <a:pt x="-1637" y="10721"/>
                    <a:pt x="1488" y="3846"/>
                    <a:pt x="7738" y="1345"/>
                  </a:cubicBezTo>
                  <a:cubicBezTo>
                    <a:pt x="13989" y="-1780"/>
                    <a:pt x="21490" y="720"/>
                    <a:pt x="24615" y="6971"/>
                  </a:cubicBezTo>
                  <a:cubicBezTo>
                    <a:pt x="63992" y="81350"/>
                    <a:pt x="101494" y="151980"/>
                    <a:pt x="137747" y="218859"/>
                  </a:cubicBezTo>
                  <a:cubicBezTo>
                    <a:pt x="446516" y="797645"/>
                    <a:pt x="617152" y="1116415"/>
                    <a:pt x="607151" y="1344555"/>
                  </a:cubicBezTo>
                  <a:lnTo>
                    <a:pt x="606526" y="1359556"/>
                  </a:lnTo>
                  <a:close/>
                  <a:moveTo>
                    <a:pt x="19614" y="27597"/>
                  </a:moveTo>
                  <a:cubicBezTo>
                    <a:pt x="45866" y="101352"/>
                    <a:pt x="70868" y="171981"/>
                    <a:pt x="94619" y="239485"/>
                  </a:cubicBezTo>
                  <a:cubicBezTo>
                    <a:pt x="307757" y="842023"/>
                    <a:pt x="427140" y="1180170"/>
                    <a:pt x="593401" y="1329554"/>
                  </a:cubicBezTo>
                  <a:cubicBezTo>
                    <a:pt x="595275" y="1105790"/>
                    <a:pt x="426515" y="789520"/>
                    <a:pt x="125246" y="225735"/>
                  </a:cubicBezTo>
                  <a:cubicBezTo>
                    <a:pt x="91494" y="162606"/>
                    <a:pt x="56492" y="96976"/>
                    <a:pt x="19614" y="27597"/>
                  </a:cubicBezTo>
                  <a:close/>
                  <a:moveTo>
                    <a:pt x="14614" y="13221"/>
                  </a:moveTo>
                  <a:lnTo>
                    <a:pt x="7738" y="15721"/>
                  </a:lnTo>
                  <a:lnTo>
                    <a:pt x="14614" y="1322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75" name="Google Shape;75;p17"/>
          <p:cNvSpPr/>
          <p:nvPr/>
        </p:nvSpPr>
        <p:spPr>
          <a:xfrm>
            <a:off x="87480" y="4319640"/>
            <a:ext cx="1573920" cy="1550520"/>
          </a:xfrm>
          <a:custGeom>
            <a:rect b="b" l="l" r="r" t="t"/>
            <a:pathLst>
              <a:path extrusionOk="0" h="1944496" w="1973873">
                <a:moveTo>
                  <a:pt x="1330709" y="1944497"/>
                </a:moveTo>
                <a:lnTo>
                  <a:pt x="987562" y="1251328"/>
                </a:lnTo>
                <a:lnTo>
                  <a:pt x="644416" y="1944497"/>
                </a:lnTo>
                <a:lnTo>
                  <a:pt x="827552" y="1193200"/>
                </a:lnTo>
                <a:lnTo>
                  <a:pt x="119382" y="1503844"/>
                </a:lnTo>
                <a:lnTo>
                  <a:pt x="741922" y="1045691"/>
                </a:lnTo>
                <a:lnTo>
                  <a:pt x="0" y="828177"/>
                </a:lnTo>
                <a:lnTo>
                  <a:pt x="771298" y="877555"/>
                </a:lnTo>
                <a:lnTo>
                  <a:pt x="342521" y="234390"/>
                </a:lnTo>
                <a:lnTo>
                  <a:pt x="901932" y="768173"/>
                </a:lnTo>
                <a:lnTo>
                  <a:pt x="986937" y="0"/>
                </a:lnTo>
                <a:lnTo>
                  <a:pt x="1071942" y="768173"/>
                </a:lnTo>
                <a:lnTo>
                  <a:pt x="1631353" y="234390"/>
                </a:lnTo>
                <a:lnTo>
                  <a:pt x="1202576" y="877555"/>
                </a:lnTo>
                <a:lnTo>
                  <a:pt x="1973874" y="828177"/>
                </a:lnTo>
                <a:lnTo>
                  <a:pt x="1231953" y="1045691"/>
                </a:lnTo>
                <a:lnTo>
                  <a:pt x="1854491" y="1503844"/>
                </a:lnTo>
                <a:lnTo>
                  <a:pt x="1146322" y="1193200"/>
                </a:lnTo>
                <a:lnTo>
                  <a:pt x="1330709" y="1944497"/>
                </a:lnTo>
                <a:close/>
                <a:moveTo>
                  <a:pt x="987562" y="1234453"/>
                </a:moveTo>
                <a:lnTo>
                  <a:pt x="1306957" y="1879493"/>
                </a:lnTo>
                <a:lnTo>
                  <a:pt x="1136946" y="1180074"/>
                </a:lnTo>
                <a:lnTo>
                  <a:pt x="1795738" y="1468842"/>
                </a:lnTo>
                <a:lnTo>
                  <a:pt x="1216327" y="1042565"/>
                </a:lnTo>
                <a:lnTo>
                  <a:pt x="1223827" y="1040690"/>
                </a:lnTo>
                <a:lnTo>
                  <a:pt x="1906995" y="840678"/>
                </a:lnTo>
                <a:lnTo>
                  <a:pt x="1188825" y="886931"/>
                </a:lnTo>
                <a:lnTo>
                  <a:pt x="1587600" y="288143"/>
                </a:lnTo>
                <a:lnTo>
                  <a:pt x="1066942" y="785049"/>
                </a:lnTo>
                <a:lnTo>
                  <a:pt x="987562" y="69379"/>
                </a:lnTo>
                <a:lnTo>
                  <a:pt x="908182" y="784424"/>
                </a:lnTo>
                <a:lnTo>
                  <a:pt x="387524" y="287518"/>
                </a:lnTo>
                <a:lnTo>
                  <a:pt x="786299" y="886306"/>
                </a:lnTo>
                <a:lnTo>
                  <a:pt x="778799" y="885680"/>
                </a:lnTo>
                <a:lnTo>
                  <a:pt x="68754" y="840053"/>
                </a:lnTo>
                <a:lnTo>
                  <a:pt x="758798" y="1042565"/>
                </a:lnTo>
                <a:lnTo>
                  <a:pt x="752547" y="1046941"/>
                </a:lnTo>
                <a:lnTo>
                  <a:pt x="179386" y="1468842"/>
                </a:lnTo>
                <a:lnTo>
                  <a:pt x="838178" y="1180074"/>
                </a:lnTo>
                <a:lnTo>
                  <a:pt x="668167" y="1879493"/>
                </a:lnTo>
                <a:lnTo>
                  <a:pt x="987562" y="1234453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76" name="Google Shape;76;p17"/>
          <p:cNvGrpSpPr/>
          <p:nvPr/>
        </p:nvGrpSpPr>
        <p:grpSpPr>
          <a:xfrm>
            <a:off x="333000" y="205200"/>
            <a:ext cx="498960" cy="499320"/>
            <a:chOff x="333000" y="205200"/>
            <a:chExt cx="498960" cy="499320"/>
          </a:xfrm>
        </p:grpSpPr>
        <p:sp>
          <p:nvSpPr>
            <p:cNvPr id="77" name="Google Shape;77;p17"/>
            <p:cNvSpPr/>
            <p:nvPr/>
          </p:nvSpPr>
          <p:spPr>
            <a:xfrm>
              <a:off x="609480" y="443520"/>
              <a:ext cx="222480" cy="23040"/>
            </a:xfrm>
            <a:custGeom>
              <a:rect b="b" l="l" r="r" t="t"/>
              <a:pathLst>
                <a:path extrusionOk="0" h="54004" w="517688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" name="Google Shape;78;p17"/>
            <p:cNvSpPr/>
            <p:nvPr/>
          </p:nvSpPr>
          <p:spPr>
            <a:xfrm>
              <a:off x="571320" y="482040"/>
              <a:ext cx="22680" cy="222480"/>
            </a:xfrm>
            <a:custGeom>
              <a:rect b="b" l="l" r="r" t="t"/>
              <a:pathLst>
                <a:path extrusionOk="0" h="517688" w="53781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" name="Google Shape;79;p17"/>
            <p:cNvSpPr/>
            <p:nvPr/>
          </p:nvSpPr>
          <p:spPr>
            <a:xfrm>
              <a:off x="333000" y="443520"/>
              <a:ext cx="222480" cy="23040"/>
            </a:xfrm>
            <a:custGeom>
              <a:rect b="b" l="l" r="r" t="t"/>
              <a:pathLst>
                <a:path extrusionOk="0" h="54004" w="517688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" name="Google Shape;80;p17"/>
            <p:cNvSpPr/>
            <p:nvPr/>
          </p:nvSpPr>
          <p:spPr>
            <a:xfrm>
              <a:off x="570960" y="205200"/>
              <a:ext cx="23040" cy="222480"/>
            </a:xfrm>
            <a:custGeom>
              <a:rect b="b" l="l" r="r" t="t"/>
              <a:pathLst>
                <a:path extrusionOk="0" h="517688" w="54004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" name="Google Shape;81;p17"/>
            <p:cNvSpPr/>
            <p:nvPr/>
          </p:nvSpPr>
          <p:spPr>
            <a:xfrm>
              <a:off x="601920" y="277560"/>
              <a:ext cx="158040" cy="158040"/>
            </a:xfrm>
            <a:custGeom>
              <a:rect b="b" l="l" r="r" t="t"/>
              <a:pathLst>
                <a:path extrusionOk="0" h="367995" w="368244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" name="Google Shape;82;p17"/>
            <p:cNvSpPr/>
            <p:nvPr/>
          </p:nvSpPr>
          <p:spPr>
            <a:xfrm>
              <a:off x="555480" y="428040"/>
              <a:ext cx="54000" cy="54000"/>
            </a:xfrm>
            <a:custGeom>
              <a:rect b="b" l="l" r="r" t="t"/>
              <a:pathLst>
                <a:path extrusionOk="0" h="126258" w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27000" lIns="91425" spcFirstLastPara="1" rIns="91425" wrap="square" tIns="27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" name="Google Shape;83;p17"/>
            <p:cNvSpPr/>
            <p:nvPr/>
          </p:nvSpPr>
          <p:spPr>
            <a:xfrm>
              <a:off x="601920" y="474120"/>
              <a:ext cx="158040" cy="158040"/>
            </a:xfrm>
            <a:custGeom>
              <a:rect b="b" l="l" r="r" t="t"/>
              <a:pathLst>
                <a:path extrusionOk="0" h="368245" w="367994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" name="Google Shape;84;p17"/>
            <p:cNvSpPr/>
            <p:nvPr/>
          </p:nvSpPr>
          <p:spPr>
            <a:xfrm>
              <a:off x="405000" y="474120"/>
              <a:ext cx="158040" cy="158040"/>
            </a:xfrm>
            <a:custGeom>
              <a:rect b="b" l="l" r="r" t="t"/>
              <a:pathLst>
                <a:path extrusionOk="0" h="367995" w="36824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" name="Google Shape;85;p17"/>
            <p:cNvSpPr/>
            <p:nvPr/>
          </p:nvSpPr>
          <p:spPr>
            <a:xfrm>
              <a:off x="405000" y="277560"/>
              <a:ext cx="158040" cy="158040"/>
            </a:xfrm>
            <a:custGeom>
              <a:rect b="b" l="l" r="r" t="t"/>
              <a:pathLst>
                <a:path extrusionOk="0" h="368245" w="36799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hyperlink" Target="https://drive.google.com/drive/folders/1IVwZMO5nN4s-PpkOknGNvxrEZLzDUn4R?usp=drive_link" TargetMode="External"/><Relationship Id="rId5" Type="http://schemas.openxmlformats.org/officeDocument/2006/relationships/hyperlink" Target="https://www.linkedin.com/in/sai-jhansi-kongara-831a871a4/?lipi=urn%3Ali%3Apage%3Ad_flagship3_profile_view_base_contact_details%3BlNmOd3KFQoqlNbvDPFobqw%3D%3D" TargetMode="External"/><Relationship Id="rId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1"/>
          <p:cNvGrpSpPr/>
          <p:nvPr/>
        </p:nvGrpSpPr>
        <p:grpSpPr>
          <a:xfrm>
            <a:off x="-1320480" y="2524680"/>
            <a:ext cx="2771280" cy="2771280"/>
            <a:chOff x="-1320480" y="2524680"/>
            <a:chExt cx="2771280" cy="2771280"/>
          </a:xfrm>
        </p:grpSpPr>
        <p:sp>
          <p:nvSpPr>
            <p:cNvPr id="92" name="Google Shape;92;p1"/>
            <p:cNvSpPr/>
            <p:nvPr/>
          </p:nvSpPr>
          <p:spPr>
            <a:xfrm>
              <a:off x="-1320480" y="3846960"/>
              <a:ext cx="1264320" cy="127080"/>
            </a:xfrm>
            <a:custGeom>
              <a:rect b="b" l="l" r="r" t="t"/>
              <a:pathLst>
                <a:path extrusionOk="0" h="158763" w="1575723">
                  <a:moveTo>
                    <a:pt x="1099444" y="158764"/>
                  </a:moveTo>
                  <a:cubicBezTo>
                    <a:pt x="888806" y="158764"/>
                    <a:pt x="617539" y="138137"/>
                    <a:pt x="266891" y="111886"/>
                  </a:cubicBezTo>
                  <a:cubicBezTo>
                    <a:pt x="186262" y="105635"/>
                    <a:pt x="101881" y="99385"/>
                    <a:pt x="12501" y="93135"/>
                  </a:cubicBezTo>
                  <a:cubicBezTo>
                    <a:pt x="5000" y="92510"/>
                    <a:pt x="0" y="86884"/>
                    <a:pt x="0" y="79384"/>
                  </a:cubicBezTo>
                  <a:cubicBezTo>
                    <a:pt x="0" y="71883"/>
                    <a:pt x="5000" y="66258"/>
                    <a:pt x="12501" y="65633"/>
                  </a:cubicBezTo>
                  <a:cubicBezTo>
                    <a:pt x="101256" y="59382"/>
                    <a:pt x="186262" y="52507"/>
                    <a:pt x="266891" y="46882"/>
                  </a:cubicBezTo>
                  <a:cubicBezTo>
                    <a:pt x="961936" y="-5622"/>
                    <a:pt x="1344459" y="-34374"/>
                    <a:pt x="1562598" y="73133"/>
                  </a:cubicBezTo>
                  <a:lnTo>
                    <a:pt x="1575724" y="79384"/>
                  </a:lnTo>
                  <a:lnTo>
                    <a:pt x="1562598" y="85634"/>
                  </a:lnTo>
                  <a:cubicBezTo>
                    <a:pt x="1454466" y="138762"/>
                    <a:pt x="1306332" y="158764"/>
                    <a:pt x="1099444" y="158764"/>
                  </a:cubicBezTo>
                  <a:close/>
                  <a:moveTo>
                    <a:pt x="23751" y="79384"/>
                  </a:moveTo>
                  <a:cubicBezTo>
                    <a:pt x="108757" y="85634"/>
                    <a:pt x="190012" y="91884"/>
                    <a:pt x="268142" y="97510"/>
                  </a:cubicBezTo>
                  <a:cubicBezTo>
                    <a:pt x="946310" y="148763"/>
                    <a:pt x="1326333" y="177515"/>
                    <a:pt x="1543222" y="79384"/>
                  </a:cubicBezTo>
                  <a:cubicBezTo>
                    <a:pt x="1326333" y="-18748"/>
                    <a:pt x="946935" y="10004"/>
                    <a:pt x="268767" y="61258"/>
                  </a:cubicBezTo>
                  <a:cubicBezTo>
                    <a:pt x="190637" y="66883"/>
                    <a:pt x="109382" y="73133"/>
                    <a:pt x="23751" y="793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1440" y="2524680"/>
              <a:ext cx="127080" cy="1264320"/>
            </a:xfrm>
            <a:custGeom>
              <a:rect b="b" l="l" r="r" t="t"/>
              <a:pathLst>
                <a:path extrusionOk="0" h="1575723" w="158767">
                  <a:moveTo>
                    <a:pt x="79383" y="1575724"/>
                  </a:moveTo>
                  <a:lnTo>
                    <a:pt x="73133" y="1562598"/>
                  </a:lnTo>
                  <a:cubicBezTo>
                    <a:pt x="-34373" y="1344459"/>
                    <a:pt x="-5622" y="961935"/>
                    <a:pt x="46882" y="266892"/>
                  </a:cubicBezTo>
                  <a:cubicBezTo>
                    <a:pt x="53132" y="186262"/>
                    <a:pt x="59382" y="101256"/>
                    <a:pt x="65633" y="12501"/>
                  </a:cubicBezTo>
                  <a:lnTo>
                    <a:pt x="65633" y="12501"/>
                  </a:lnTo>
                  <a:cubicBezTo>
                    <a:pt x="66258" y="5000"/>
                    <a:pt x="71883" y="0"/>
                    <a:pt x="79383" y="0"/>
                  </a:cubicBezTo>
                  <a:cubicBezTo>
                    <a:pt x="79383" y="0"/>
                    <a:pt x="79383" y="0"/>
                    <a:pt x="79383" y="0"/>
                  </a:cubicBezTo>
                  <a:cubicBezTo>
                    <a:pt x="86884" y="0"/>
                    <a:pt x="92509" y="5000"/>
                    <a:pt x="93135" y="12501"/>
                  </a:cubicBezTo>
                  <a:cubicBezTo>
                    <a:pt x="99385" y="101881"/>
                    <a:pt x="106260" y="186262"/>
                    <a:pt x="111886" y="266892"/>
                  </a:cubicBezTo>
                  <a:cubicBezTo>
                    <a:pt x="164389" y="961935"/>
                    <a:pt x="193141" y="1344459"/>
                    <a:pt x="85634" y="1561973"/>
                  </a:cubicBezTo>
                  <a:lnTo>
                    <a:pt x="79383" y="1575724"/>
                  </a:lnTo>
                  <a:close/>
                  <a:moveTo>
                    <a:pt x="79383" y="24377"/>
                  </a:moveTo>
                  <a:cubicBezTo>
                    <a:pt x="73133" y="110007"/>
                    <a:pt x="66883" y="191262"/>
                    <a:pt x="61257" y="268767"/>
                  </a:cubicBezTo>
                  <a:cubicBezTo>
                    <a:pt x="10004" y="946934"/>
                    <a:pt x="-18747" y="1326333"/>
                    <a:pt x="79383" y="1543222"/>
                  </a:cubicBezTo>
                  <a:cubicBezTo>
                    <a:pt x="177515" y="1326333"/>
                    <a:pt x="148763" y="946934"/>
                    <a:pt x="97510" y="268767"/>
                  </a:cubicBezTo>
                  <a:cubicBezTo>
                    <a:pt x="91884" y="191262"/>
                    <a:pt x="85634" y="109382"/>
                    <a:pt x="79383" y="243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1440" y="4031640"/>
              <a:ext cx="127080" cy="1264320"/>
            </a:xfrm>
            <a:custGeom>
              <a:rect b="b" l="l" r="r" t="t"/>
              <a:pathLst>
                <a:path extrusionOk="0" h="1575724" w="158767">
                  <a:moveTo>
                    <a:pt x="79383" y="1575724"/>
                  </a:moveTo>
                  <a:cubicBezTo>
                    <a:pt x="71883" y="1575724"/>
                    <a:pt x="66258" y="1570724"/>
                    <a:pt x="65633" y="1563223"/>
                  </a:cubicBezTo>
                  <a:cubicBezTo>
                    <a:pt x="59382" y="1474468"/>
                    <a:pt x="52507" y="1389462"/>
                    <a:pt x="46882" y="1308832"/>
                  </a:cubicBezTo>
                  <a:cubicBezTo>
                    <a:pt x="-5622" y="613788"/>
                    <a:pt x="-34373" y="231265"/>
                    <a:pt x="73133" y="13126"/>
                  </a:cubicBezTo>
                  <a:lnTo>
                    <a:pt x="79383" y="0"/>
                  </a:lnTo>
                  <a:lnTo>
                    <a:pt x="85634" y="13126"/>
                  </a:lnTo>
                  <a:cubicBezTo>
                    <a:pt x="193141" y="231265"/>
                    <a:pt x="164389" y="613788"/>
                    <a:pt x="111886" y="1308207"/>
                  </a:cubicBezTo>
                  <a:cubicBezTo>
                    <a:pt x="105636" y="1388837"/>
                    <a:pt x="99385" y="1473843"/>
                    <a:pt x="93135" y="1563223"/>
                  </a:cubicBezTo>
                  <a:cubicBezTo>
                    <a:pt x="92509" y="1570724"/>
                    <a:pt x="86884" y="1575724"/>
                    <a:pt x="79383" y="1575724"/>
                  </a:cubicBezTo>
                  <a:cubicBezTo>
                    <a:pt x="79383" y="1575724"/>
                    <a:pt x="79383" y="1575724"/>
                    <a:pt x="79383" y="1575724"/>
                  </a:cubicBezTo>
                  <a:close/>
                  <a:moveTo>
                    <a:pt x="79383" y="33127"/>
                  </a:moveTo>
                  <a:cubicBezTo>
                    <a:pt x="-18747" y="250016"/>
                    <a:pt x="10004" y="630040"/>
                    <a:pt x="61257" y="1307582"/>
                  </a:cubicBezTo>
                  <a:cubicBezTo>
                    <a:pt x="66883" y="1385087"/>
                    <a:pt x="73133" y="1466342"/>
                    <a:pt x="79383" y="1551973"/>
                  </a:cubicBezTo>
                  <a:cubicBezTo>
                    <a:pt x="85634" y="1466342"/>
                    <a:pt x="91884" y="1385087"/>
                    <a:pt x="97510" y="1307582"/>
                  </a:cubicBezTo>
                  <a:cubicBezTo>
                    <a:pt x="148763" y="629414"/>
                    <a:pt x="177515" y="250016"/>
                    <a:pt x="79383" y="331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186480" y="3846960"/>
              <a:ext cx="1264320" cy="127080"/>
            </a:xfrm>
            <a:custGeom>
              <a:rect b="b" l="l" r="r" t="t"/>
              <a:pathLst>
                <a:path extrusionOk="0" h="158763" w="1575723">
                  <a:moveTo>
                    <a:pt x="476280" y="158764"/>
                  </a:moveTo>
                  <a:cubicBezTo>
                    <a:pt x="269392" y="158764"/>
                    <a:pt x="120632" y="138762"/>
                    <a:pt x="13126" y="85634"/>
                  </a:cubicBezTo>
                  <a:lnTo>
                    <a:pt x="0" y="79384"/>
                  </a:lnTo>
                  <a:lnTo>
                    <a:pt x="13126" y="73133"/>
                  </a:lnTo>
                  <a:cubicBezTo>
                    <a:pt x="231265" y="-34374"/>
                    <a:pt x="613788" y="-5622"/>
                    <a:pt x="1308832" y="46882"/>
                  </a:cubicBezTo>
                  <a:cubicBezTo>
                    <a:pt x="1389462" y="53132"/>
                    <a:pt x="1474467" y="59382"/>
                    <a:pt x="1563223" y="65633"/>
                  </a:cubicBezTo>
                  <a:cubicBezTo>
                    <a:pt x="1570723" y="66258"/>
                    <a:pt x="1575724" y="71883"/>
                    <a:pt x="1575724" y="79384"/>
                  </a:cubicBezTo>
                  <a:cubicBezTo>
                    <a:pt x="1575724" y="86884"/>
                    <a:pt x="1570723" y="92510"/>
                    <a:pt x="1563223" y="93135"/>
                  </a:cubicBezTo>
                  <a:cubicBezTo>
                    <a:pt x="1474467" y="99385"/>
                    <a:pt x="1389462" y="106260"/>
                    <a:pt x="1308832" y="111886"/>
                  </a:cubicBezTo>
                  <a:cubicBezTo>
                    <a:pt x="958185" y="138137"/>
                    <a:pt x="686918" y="158764"/>
                    <a:pt x="476280" y="158764"/>
                  </a:cubicBezTo>
                  <a:close/>
                  <a:moveTo>
                    <a:pt x="33127" y="79384"/>
                  </a:moveTo>
                  <a:cubicBezTo>
                    <a:pt x="250016" y="177515"/>
                    <a:pt x="630039" y="148763"/>
                    <a:pt x="1308207" y="97510"/>
                  </a:cubicBezTo>
                  <a:cubicBezTo>
                    <a:pt x="1385712" y="91884"/>
                    <a:pt x="1466967" y="85634"/>
                    <a:pt x="1552597" y="79384"/>
                  </a:cubicBezTo>
                  <a:cubicBezTo>
                    <a:pt x="1466967" y="73133"/>
                    <a:pt x="1385712" y="66883"/>
                    <a:pt x="1308207" y="61258"/>
                  </a:cubicBezTo>
                  <a:cubicBezTo>
                    <a:pt x="629414" y="10004"/>
                    <a:pt x="249390" y="-18748"/>
                    <a:pt x="33127" y="793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-918000" y="3997080"/>
              <a:ext cx="897120" cy="896760"/>
            </a:xfrm>
            <a:custGeom>
              <a:rect b="b" l="l" r="r" t="t"/>
              <a:pathLst>
                <a:path extrusionOk="0" h="1117570" w="1117897">
                  <a:moveTo>
                    <a:pt x="13453" y="1117570"/>
                  </a:moveTo>
                  <a:cubicBezTo>
                    <a:pt x="10328" y="1117570"/>
                    <a:pt x="6578" y="1116320"/>
                    <a:pt x="4077" y="1113195"/>
                  </a:cubicBezTo>
                  <a:cubicBezTo>
                    <a:pt x="-923" y="1108195"/>
                    <a:pt x="-1548" y="1100069"/>
                    <a:pt x="3452" y="1095069"/>
                  </a:cubicBezTo>
                  <a:cubicBezTo>
                    <a:pt x="61581" y="1027565"/>
                    <a:pt x="117210" y="963185"/>
                    <a:pt x="169713" y="901932"/>
                  </a:cubicBezTo>
                  <a:cubicBezTo>
                    <a:pt x="624116" y="373773"/>
                    <a:pt x="874132" y="82505"/>
                    <a:pt x="1104147" y="4375"/>
                  </a:cubicBezTo>
                  <a:lnTo>
                    <a:pt x="1117897" y="0"/>
                  </a:lnTo>
                  <a:lnTo>
                    <a:pt x="1113522" y="13751"/>
                  </a:lnTo>
                  <a:cubicBezTo>
                    <a:pt x="1035392" y="243765"/>
                    <a:pt x="744124" y="493781"/>
                    <a:pt x="215966" y="948184"/>
                  </a:cubicBezTo>
                  <a:cubicBezTo>
                    <a:pt x="154712" y="1000688"/>
                    <a:pt x="90333" y="1056316"/>
                    <a:pt x="22204" y="1115070"/>
                  </a:cubicBezTo>
                  <a:lnTo>
                    <a:pt x="22204" y="1115070"/>
                  </a:lnTo>
                  <a:cubicBezTo>
                    <a:pt x="19703" y="1116320"/>
                    <a:pt x="16578" y="1117570"/>
                    <a:pt x="13453" y="1117570"/>
                  </a:cubicBezTo>
                  <a:close/>
                  <a:moveTo>
                    <a:pt x="1094771" y="22501"/>
                  </a:moveTo>
                  <a:cubicBezTo>
                    <a:pt x="872257" y="106257"/>
                    <a:pt x="624116" y="395025"/>
                    <a:pt x="180963" y="910682"/>
                  </a:cubicBezTo>
                  <a:cubicBezTo>
                    <a:pt x="130335" y="970061"/>
                    <a:pt x="77207" y="1031940"/>
                    <a:pt x="20953" y="1096319"/>
                  </a:cubicBezTo>
                  <a:cubicBezTo>
                    <a:pt x="85958" y="1040065"/>
                    <a:pt x="147836" y="986937"/>
                    <a:pt x="206590" y="936309"/>
                  </a:cubicBezTo>
                  <a:cubicBezTo>
                    <a:pt x="722247" y="493156"/>
                    <a:pt x="1011016" y="245015"/>
                    <a:pt x="1094771" y="2250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51560" y="3997080"/>
              <a:ext cx="897120" cy="896760"/>
            </a:xfrm>
            <a:custGeom>
              <a:rect b="b" l="l" r="r" t="t"/>
              <a:pathLst>
                <a:path extrusionOk="0" h="1117570" w="1117897">
                  <a:moveTo>
                    <a:pt x="1103819" y="1117570"/>
                  </a:moveTo>
                  <a:cubicBezTo>
                    <a:pt x="1100694" y="1117570"/>
                    <a:pt x="1097569" y="1116320"/>
                    <a:pt x="1095069" y="1114445"/>
                  </a:cubicBezTo>
                  <a:cubicBezTo>
                    <a:pt x="1027564" y="1056316"/>
                    <a:pt x="963185" y="1000688"/>
                    <a:pt x="901931" y="948184"/>
                  </a:cubicBezTo>
                  <a:cubicBezTo>
                    <a:pt x="373148" y="493781"/>
                    <a:pt x="82505" y="243765"/>
                    <a:pt x="4375" y="13751"/>
                  </a:cubicBezTo>
                  <a:lnTo>
                    <a:pt x="0" y="0"/>
                  </a:lnTo>
                  <a:lnTo>
                    <a:pt x="13751" y="4375"/>
                  </a:lnTo>
                  <a:cubicBezTo>
                    <a:pt x="243765" y="82505"/>
                    <a:pt x="493781" y="373773"/>
                    <a:pt x="948184" y="901932"/>
                  </a:cubicBezTo>
                  <a:cubicBezTo>
                    <a:pt x="1000688" y="963185"/>
                    <a:pt x="1056316" y="1027565"/>
                    <a:pt x="1114445" y="1095069"/>
                  </a:cubicBezTo>
                  <a:lnTo>
                    <a:pt x="1114445" y="1095069"/>
                  </a:lnTo>
                  <a:cubicBezTo>
                    <a:pt x="1119445" y="1100694"/>
                    <a:pt x="1118820" y="1108195"/>
                    <a:pt x="1113820" y="1113820"/>
                  </a:cubicBezTo>
                  <a:cubicBezTo>
                    <a:pt x="1110695" y="1116320"/>
                    <a:pt x="1107569" y="1117570"/>
                    <a:pt x="1103819" y="1117570"/>
                  </a:cubicBezTo>
                  <a:close/>
                  <a:moveTo>
                    <a:pt x="22501" y="22501"/>
                  </a:moveTo>
                  <a:cubicBezTo>
                    <a:pt x="106257" y="245015"/>
                    <a:pt x="395025" y="493156"/>
                    <a:pt x="910682" y="936934"/>
                  </a:cubicBezTo>
                  <a:cubicBezTo>
                    <a:pt x="969436" y="987562"/>
                    <a:pt x="1031940" y="1040690"/>
                    <a:pt x="1096318" y="1096944"/>
                  </a:cubicBezTo>
                  <a:cubicBezTo>
                    <a:pt x="1040690" y="1031940"/>
                    <a:pt x="986936" y="970061"/>
                    <a:pt x="936308" y="911307"/>
                  </a:cubicBezTo>
                  <a:cubicBezTo>
                    <a:pt x="493781" y="395025"/>
                    <a:pt x="245640" y="106257"/>
                    <a:pt x="22501" y="2250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151200" y="2927160"/>
              <a:ext cx="897120" cy="897480"/>
            </a:xfrm>
            <a:custGeom>
              <a:rect b="b" l="l" r="r" t="t"/>
              <a:pathLst>
                <a:path extrusionOk="0" h="1118522" w="1117897">
                  <a:moveTo>
                    <a:pt x="0" y="1118522"/>
                  </a:moveTo>
                  <a:lnTo>
                    <a:pt x="4376" y="1104772"/>
                  </a:lnTo>
                  <a:cubicBezTo>
                    <a:pt x="82506" y="874757"/>
                    <a:pt x="373774" y="624741"/>
                    <a:pt x="901932" y="170338"/>
                  </a:cubicBezTo>
                  <a:cubicBezTo>
                    <a:pt x="963186" y="117835"/>
                    <a:pt x="1027565" y="62206"/>
                    <a:pt x="1095694" y="3452"/>
                  </a:cubicBezTo>
                  <a:cubicBezTo>
                    <a:pt x="1101320" y="-1548"/>
                    <a:pt x="1108820" y="-923"/>
                    <a:pt x="1113821" y="4077"/>
                  </a:cubicBezTo>
                  <a:cubicBezTo>
                    <a:pt x="1118820" y="9078"/>
                    <a:pt x="1119446" y="17203"/>
                    <a:pt x="1114445" y="22204"/>
                  </a:cubicBezTo>
                  <a:lnTo>
                    <a:pt x="1114445" y="22204"/>
                  </a:lnTo>
                  <a:cubicBezTo>
                    <a:pt x="1056316" y="89708"/>
                    <a:pt x="1000689" y="154087"/>
                    <a:pt x="948185" y="215341"/>
                  </a:cubicBezTo>
                  <a:cubicBezTo>
                    <a:pt x="493781" y="743499"/>
                    <a:pt x="243765" y="1034767"/>
                    <a:pt x="13751" y="1112897"/>
                  </a:cubicBezTo>
                  <a:lnTo>
                    <a:pt x="0" y="1118522"/>
                  </a:lnTo>
                  <a:close/>
                  <a:moveTo>
                    <a:pt x="1103820" y="13453"/>
                  </a:moveTo>
                  <a:cubicBezTo>
                    <a:pt x="1036940" y="72832"/>
                    <a:pt x="972562" y="128460"/>
                    <a:pt x="911308" y="180963"/>
                  </a:cubicBezTo>
                  <a:cubicBezTo>
                    <a:pt x="395650" y="624116"/>
                    <a:pt x="106882" y="872257"/>
                    <a:pt x="23127" y="1094771"/>
                  </a:cubicBezTo>
                  <a:cubicBezTo>
                    <a:pt x="245641" y="1011016"/>
                    <a:pt x="493781" y="722248"/>
                    <a:pt x="937559" y="206590"/>
                  </a:cubicBezTo>
                  <a:cubicBezTo>
                    <a:pt x="990062" y="145336"/>
                    <a:pt x="1045691" y="80957"/>
                    <a:pt x="1103820" y="13453"/>
                  </a:cubicBezTo>
                  <a:lnTo>
                    <a:pt x="1109445" y="18453"/>
                  </a:lnTo>
                  <a:lnTo>
                    <a:pt x="1103820" y="13453"/>
                  </a:lnTo>
                  <a:lnTo>
                    <a:pt x="1109445" y="18453"/>
                  </a:lnTo>
                  <a:lnTo>
                    <a:pt x="1103820" y="1345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-918000" y="2927520"/>
              <a:ext cx="897480" cy="897120"/>
            </a:xfrm>
            <a:custGeom>
              <a:rect b="b" l="l" r="r" t="t"/>
              <a:pathLst>
                <a:path extrusionOk="0" h="1117897" w="1118522">
                  <a:moveTo>
                    <a:pt x="1118522" y="1117897"/>
                  </a:moveTo>
                  <a:lnTo>
                    <a:pt x="1104772" y="1113522"/>
                  </a:lnTo>
                  <a:cubicBezTo>
                    <a:pt x="874757" y="1035392"/>
                    <a:pt x="624741" y="744124"/>
                    <a:pt x="170338" y="215966"/>
                  </a:cubicBezTo>
                  <a:cubicBezTo>
                    <a:pt x="117834" y="154712"/>
                    <a:pt x="62206" y="90333"/>
                    <a:pt x="3452" y="22204"/>
                  </a:cubicBezTo>
                  <a:lnTo>
                    <a:pt x="3452" y="22204"/>
                  </a:lnTo>
                  <a:cubicBezTo>
                    <a:pt x="-1548" y="16578"/>
                    <a:pt x="-923" y="9078"/>
                    <a:pt x="4077" y="4077"/>
                  </a:cubicBezTo>
                  <a:cubicBezTo>
                    <a:pt x="9077" y="-923"/>
                    <a:pt x="17203" y="-1548"/>
                    <a:pt x="22828" y="3452"/>
                  </a:cubicBezTo>
                  <a:cubicBezTo>
                    <a:pt x="90333" y="61581"/>
                    <a:pt x="154712" y="117209"/>
                    <a:pt x="216591" y="170338"/>
                  </a:cubicBezTo>
                  <a:cubicBezTo>
                    <a:pt x="744749" y="624741"/>
                    <a:pt x="1036017" y="874757"/>
                    <a:pt x="1114147" y="1104771"/>
                  </a:cubicBezTo>
                  <a:lnTo>
                    <a:pt x="1118522" y="1117897"/>
                  </a:lnTo>
                  <a:close/>
                  <a:moveTo>
                    <a:pt x="20953" y="20953"/>
                  </a:moveTo>
                  <a:cubicBezTo>
                    <a:pt x="77207" y="85958"/>
                    <a:pt x="130335" y="147836"/>
                    <a:pt x="180963" y="206590"/>
                  </a:cubicBezTo>
                  <a:cubicBezTo>
                    <a:pt x="624116" y="722248"/>
                    <a:pt x="872257" y="1011016"/>
                    <a:pt x="1094771" y="1094771"/>
                  </a:cubicBezTo>
                  <a:cubicBezTo>
                    <a:pt x="1011016" y="872257"/>
                    <a:pt x="722247" y="624116"/>
                    <a:pt x="206590" y="180963"/>
                  </a:cubicBezTo>
                  <a:cubicBezTo>
                    <a:pt x="147836" y="129710"/>
                    <a:pt x="85958" y="76582"/>
                    <a:pt x="20953" y="209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-1152000" y="3431880"/>
              <a:ext cx="1111680" cy="439920"/>
            </a:xfrm>
            <a:custGeom>
              <a:rect b="b" l="l" r="r" t="t"/>
              <a:pathLst>
                <a:path extrusionOk="0" h="548695" w="1385324">
                  <a:moveTo>
                    <a:pt x="1330322" y="548695"/>
                  </a:moveTo>
                  <a:cubicBezTo>
                    <a:pt x="1104057" y="548695"/>
                    <a:pt x="782787" y="394936"/>
                    <a:pt x="224627" y="128669"/>
                  </a:cubicBezTo>
                  <a:cubicBezTo>
                    <a:pt x="155873" y="96167"/>
                    <a:pt x="83993" y="61165"/>
                    <a:pt x="7739" y="25538"/>
                  </a:cubicBezTo>
                  <a:cubicBezTo>
                    <a:pt x="1488" y="22412"/>
                    <a:pt x="-1637" y="15537"/>
                    <a:pt x="863" y="8661"/>
                  </a:cubicBezTo>
                  <a:cubicBezTo>
                    <a:pt x="3363" y="1786"/>
                    <a:pt x="10239" y="-1339"/>
                    <a:pt x="17114" y="536"/>
                  </a:cubicBezTo>
                  <a:cubicBezTo>
                    <a:pt x="97119" y="24912"/>
                    <a:pt x="173999" y="48664"/>
                    <a:pt x="247129" y="70540"/>
                  </a:cubicBezTo>
                  <a:cubicBezTo>
                    <a:pt x="874668" y="261177"/>
                    <a:pt x="1220940" y="366184"/>
                    <a:pt x="1375325" y="534945"/>
                  </a:cubicBezTo>
                  <a:lnTo>
                    <a:pt x="1385325" y="545570"/>
                  </a:lnTo>
                  <a:lnTo>
                    <a:pt x="1370950" y="546820"/>
                  </a:lnTo>
                  <a:cubicBezTo>
                    <a:pt x="1357823" y="548070"/>
                    <a:pt x="1344073" y="548695"/>
                    <a:pt x="1330322" y="548695"/>
                  </a:cubicBezTo>
                  <a:close/>
                  <a:moveTo>
                    <a:pt x="27740" y="18662"/>
                  </a:moveTo>
                  <a:cubicBezTo>
                    <a:pt x="98369" y="52414"/>
                    <a:pt x="165873" y="84291"/>
                    <a:pt x="230878" y="115543"/>
                  </a:cubicBezTo>
                  <a:cubicBezTo>
                    <a:pt x="807789" y="391185"/>
                    <a:pt x="1131559" y="545570"/>
                    <a:pt x="1354698" y="533694"/>
                  </a:cubicBezTo>
                  <a:cubicBezTo>
                    <a:pt x="1197813" y="374309"/>
                    <a:pt x="854666" y="269928"/>
                    <a:pt x="243379" y="84291"/>
                  </a:cubicBezTo>
                  <a:cubicBezTo>
                    <a:pt x="174624" y="63665"/>
                    <a:pt x="102745" y="41788"/>
                    <a:pt x="27740" y="18662"/>
                  </a:cubicBezTo>
                  <a:close/>
                  <a:moveTo>
                    <a:pt x="13989" y="12412"/>
                  </a:moveTo>
                  <a:lnTo>
                    <a:pt x="10864" y="18662"/>
                  </a:lnTo>
                  <a:lnTo>
                    <a:pt x="13989" y="1241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104040" y="2693520"/>
              <a:ext cx="439920" cy="1110960"/>
            </a:xfrm>
            <a:custGeom>
              <a:rect b="b" l="l" r="r" t="t"/>
              <a:pathLst>
                <a:path extrusionOk="0" h="1384699" w="548537">
                  <a:moveTo>
                    <a:pt x="2968" y="1384700"/>
                  </a:moveTo>
                  <a:lnTo>
                    <a:pt x="1717" y="1370324"/>
                  </a:lnTo>
                  <a:cubicBezTo>
                    <a:pt x="-18284" y="1142185"/>
                    <a:pt x="137351" y="816539"/>
                    <a:pt x="419869" y="224627"/>
                  </a:cubicBezTo>
                  <a:cubicBezTo>
                    <a:pt x="452996" y="155873"/>
                    <a:pt x="487373" y="83368"/>
                    <a:pt x="523000" y="7739"/>
                  </a:cubicBezTo>
                  <a:lnTo>
                    <a:pt x="523000" y="7739"/>
                  </a:lnTo>
                  <a:cubicBezTo>
                    <a:pt x="526125" y="1488"/>
                    <a:pt x="533001" y="-1637"/>
                    <a:pt x="539876" y="863"/>
                  </a:cubicBezTo>
                  <a:cubicBezTo>
                    <a:pt x="546752" y="3363"/>
                    <a:pt x="549877" y="10239"/>
                    <a:pt x="548002" y="17114"/>
                  </a:cubicBezTo>
                  <a:cubicBezTo>
                    <a:pt x="523625" y="97744"/>
                    <a:pt x="499874" y="173999"/>
                    <a:pt x="477998" y="247129"/>
                  </a:cubicBezTo>
                  <a:cubicBezTo>
                    <a:pt x="287361" y="874668"/>
                    <a:pt x="182354" y="1220315"/>
                    <a:pt x="13593" y="1375324"/>
                  </a:cubicBezTo>
                  <a:lnTo>
                    <a:pt x="2968" y="1384700"/>
                  </a:lnTo>
                  <a:close/>
                  <a:moveTo>
                    <a:pt x="529876" y="27740"/>
                  </a:moveTo>
                  <a:cubicBezTo>
                    <a:pt x="496123" y="98369"/>
                    <a:pt x="463622" y="166498"/>
                    <a:pt x="432994" y="230878"/>
                  </a:cubicBezTo>
                  <a:cubicBezTo>
                    <a:pt x="157352" y="807789"/>
                    <a:pt x="2968" y="1130934"/>
                    <a:pt x="14843" y="1354073"/>
                  </a:cubicBezTo>
                  <a:cubicBezTo>
                    <a:pt x="174228" y="1197188"/>
                    <a:pt x="278610" y="854042"/>
                    <a:pt x="464246" y="242753"/>
                  </a:cubicBezTo>
                  <a:cubicBezTo>
                    <a:pt x="484873" y="174624"/>
                    <a:pt x="506749" y="102745"/>
                    <a:pt x="529876" y="27740"/>
                  </a:cubicBezTo>
                  <a:close/>
                  <a:moveTo>
                    <a:pt x="536126" y="13989"/>
                  </a:moveTo>
                  <a:lnTo>
                    <a:pt x="536126" y="13989"/>
                  </a:lnTo>
                  <a:lnTo>
                    <a:pt x="529876" y="10864"/>
                  </a:lnTo>
                  <a:lnTo>
                    <a:pt x="536126" y="1398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-414000" y="4015800"/>
              <a:ext cx="439920" cy="1112040"/>
            </a:xfrm>
            <a:custGeom>
              <a:rect b="b" l="l" r="r" t="t"/>
              <a:pathLst>
                <a:path extrusionOk="0" h="1385711" w="548537">
                  <a:moveTo>
                    <a:pt x="13662" y="1385712"/>
                  </a:moveTo>
                  <a:cubicBezTo>
                    <a:pt x="11787" y="1385712"/>
                    <a:pt x="10537" y="1385712"/>
                    <a:pt x="8662" y="1384462"/>
                  </a:cubicBezTo>
                  <a:cubicBezTo>
                    <a:pt x="1786" y="1381962"/>
                    <a:pt x="-1339" y="1375087"/>
                    <a:pt x="536" y="1368211"/>
                  </a:cubicBezTo>
                  <a:lnTo>
                    <a:pt x="536" y="1368211"/>
                  </a:lnTo>
                  <a:cubicBezTo>
                    <a:pt x="24912" y="1287581"/>
                    <a:pt x="48664" y="1211326"/>
                    <a:pt x="70541" y="1138197"/>
                  </a:cubicBezTo>
                  <a:cubicBezTo>
                    <a:pt x="261178" y="510657"/>
                    <a:pt x="366184" y="165010"/>
                    <a:pt x="534944" y="10001"/>
                  </a:cubicBezTo>
                  <a:lnTo>
                    <a:pt x="545570" y="0"/>
                  </a:lnTo>
                  <a:lnTo>
                    <a:pt x="546820" y="14376"/>
                  </a:lnTo>
                  <a:cubicBezTo>
                    <a:pt x="566822" y="242515"/>
                    <a:pt x="411187" y="568161"/>
                    <a:pt x="128669" y="1160698"/>
                  </a:cubicBezTo>
                  <a:cubicBezTo>
                    <a:pt x="96167" y="1229452"/>
                    <a:pt x="61165" y="1301332"/>
                    <a:pt x="25537" y="1377587"/>
                  </a:cubicBezTo>
                  <a:cubicBezTo>
                    <a:pt x="23038" y="1383212"/>
                    <a:pt x="18662" y="1385712"/>
                    <a:pt x="13662" y="1385712"/>
                  </a:cubicBezTo>
                  <a:close/>
                  <a:moveTo>
                    <a:pt x="8037" y="1370711"/>
                  </a:moveTo>
                  <a:lnTo>
                    <a:pt x="14912" y="1372586"/>
                  </a:lnTo>
                  <a:cubicBezTo>
                    <a:pt x="14912" y="1372586"/>
                    <a:pt x="14912" y="1372586"/>
                    <a:pt x="14912" y="1372586"/>
                  </a:cubicBezTo>
                  <a:lnTo>
                    <a:pt x="8037" y="1370711"/>
                  </a:lnTo>
                  <a:close/>
                  <a:moveTo>
                    <a:pt x="534319" y="31877"/>
                  </a:moveTo>
                  <a:cubicBezTo>
                    <a:pt x="374934" y="188762"/>
                    <a:pt x="270553" y="531908"/>
                    <a:pt x="84916" y="1143197"/>
                  </a:cubicBezTo>
                  <a:cubicBezTo>
                    <a:pt x="63665" y="1213826"/>
                    <a:pt x="41163" y="1287581"/>
                    <a:pt x="17412" y="1364461"/>
                  </a:cubicBezTo>
                  <a:cubicBezTo>
                    <a:pt x="51164" y="1291956"/>
                    <a:pt x="84291" y="1221952"/>
                    <a:pt x="116168" y="1155073"/>
                  </a:cubicBezTo>
                  <a:cubicBezTo>
                    <a:pt x="391185" y="578786"/>
                    <a:pt x="545570" y="255016"/>
                    <a:pt x="534319" y="3187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171000" y="3949560"/>
              <a:ext cx="1110960" cy="439920"/>
            </a:xfrm>
            <a:custGeom>
              <a:rect b="b" l="l" r="r" t="t"/>
              <a:pathLst>
                <a:path extrusionOk="0" h="548626" w="1384700">
                  <a:moveTo>
                    <a:pt x="1371961" y="548627"/>
                  </a:moveTo>
                  <a:cubicBezTo>
                    <a:pt x="1370711" y="548627"/>
                    <a:pt x="1369462" y="548627"/>
                    <a:pt x="1368211" y="548002"/>
                  </a:cubicBezTo>
                  <a:cubicBezTo>
                    <a:pt x="1287581" y="523625"/>
                    <a:pt x="1211326" y="499874"/>
                    <a:pt x="1138197" y="477997"/>
                  </a:cubicBezTo>
                  <a:cubicBezTo>
                    <a:pt x="510658" y="287360"/>
                    <a:pt x="165011" y="182354"/>
                    <a:pt x="10001" y="13593"/>
                  </a:cubicBezTo>
                  <a:lnTo>
                    <a:pt x="0" y="2968"/>
                  </a:lnTo>
                  <a:lnTo>
                    <a:pt x="14376" y="1717"/>
                  </a:lnTo>
                  <a:cubicBezTo>
                    <a:pt x="241891" y="-18284"/>
                    <a:pt x="568161" y="137351"/>
                    <a:pt x="1160074" y="419869"/>
                  </a:cubicBezTo>
                  <a:cubicBezTo>
                    <a:pt x="1228828" y="452996"/>
                    <a:pt x="1300707" y="487373"/>
                    <a:pt x="1376962" y="523000"/>
                  </a:cubicBezTo>
                  <a:lnTo>
                    <a:pt x="1376962" y="523000"/>
                  </a:lnTo>
                  <a:cubicBezTo>
                    <a:pt x="1383212" y="526125"/>
                    <a:pt x="1386337" y="533001"/>
                    <a:pt x="1383837" y="539876"/>
                  </a:cubicBezTo>
                  <a:cubicBezTo>
                    <a:pt x="1381963" y="545502"/>
                    <a:pt x="1376962" y="548627"/>
                    <a:pt x="1371961" y="548627"/>
                  </a:cubicBezTo>
                  <a:close/>
                  <a:moveTo>
                    <a:pt x="1371336" y="536126"/>
                  </a:moveTo>
                  <a:lnTo>
                    <a:pt x="1371336" y="536126"/>
                  </a:lnTo>
                  <a:lnTo>
                    <a:pt x="1374462" y="529876"/>
                  </a:lnTo>
                  <a:lnTo>
                    <a:pt x="1371336" y="536126"/>
                  </a:lnTo>
                  <a:close/>
                  <a:moveTo>
                    <a:pt x="30627" y="14843"/>
                  </a:moveTo>
                  <a:cubicBezTo>
                    <a:pt x="187512" y="174228"/>
                    <a:pt x="530659" y="278610"/>
                    <a:pt x="1141947" y="464246"/>
                  </a:cubicBezTo>
                  <a:cubicBezTo>
                    <a:pt x="1210702" y="484873"/>
                    <a:pt x="1282581" y="506749"/>
                    <a:pt x="1357586" y="529876"/>
                  </a:cubicBezTo>
                  <a:cubicBezTo>
                    <a:pt x="1286956" y="496124"/>
                    <a:pt x="1218827" y="463621"/>
                    <a:pt x="1154448" y="432995"/>
                  </a:cubicBezTo>
                  <a:cubicBezTo>
                    <a:pt x="577536" y="157352"/>
                    <a:pt x="253767" y="2968"/>
                    <a:pt x="30627" y="1484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-1129320" y="3955680"/>
              <a:ext cx="1090800" cy="487440"/>
            </a:xfrm>
            <a:custGeom>
              <a:rect b="b" l="l" r="r" t="t"/>
              <a:pathLst>
                <a:path extrusionOk="0" h="607906" w="1359555">
                  <a:moveTo>
                    <a:pt x="13221" y="607907"/>
                  </a:moveTo>
                  <a:cubicBezTo>
                    <a:pt x="8221" y="607907"/>
                    <a:pt x="3845" y="604781"/>
                    <a:pt x="1345" y="599781"/>
                  </a:cubicBezTo>
                  <a:cubicBezTo>
                    <a:pt x="-1780" y="593530"/>
                    <a:pt x="720" y="586030"/>
                    <a:pt x="6971" y="582905"/>
                  </a:cubicBezTo>
                  <a:cubicBezTo>
                    <a:pt x="81350" y="543527"/>
                    <a:pt x="151980" y="506025"/>
                    <a:pt x="218859" y="469773"/>
                  </a:cubicBezTo>
                  <a:cubicBezTo>
                    <a:pt x="797645" y="161003"/>
                    <a:pt x="1116415" y="-9007"/>
                    <a:pt x="1345180" y="368"/>
                  </a:cubicBezTo>
                  <a:lnTo>
                    <a:pt x="1359556" y="993"/>
                  </a:lnTo>
                  <a:lnTo>
                    <a:pt x="1350180" y="12244"/>
                  </a:lnTo>
                  <a:cubicBezTo>
                    <a:pt x="1203296" y="187880"/>
                    <a:pt x="862650" y="307888"/>
                    <a:pt x="244486" y="526651"/>
                  </a:cubicBezTo>
                  <a:cubicBezTo>
                    <a:pt x="172606" y="552278"/>
                    <a:pt x="96976" y="578530"/>
                    <a:pt x="17596" y="606656"/>
                  </a:cubicBezTo>
                  <a:lnTo>
                    <a:pt x="17596" y="606656"/>
                  </a:lnTo>
                  <a:cubicBezTo>
                    <a:pt x="15721" y="607281"/>
                    <a:pt x="14471" y="607907"/>
                    <a:pt x="13221" y="607907"/>
                  </a:cubicBezTo>
                  <a:close/>
                  <a:moveTo>
                    <a:pt x="12596" y="593530"/>
                  </a:moveTo>
                  <a:lnTo>
                    <a:pt x="12596" y="593530"/>
                  </a:lnTo>
                  <a:lnTo>
                    <a:pt x="12596" y="593530"/>
                  </a:lnTo>
                  <a:lnTo>
                    <a:pt x="12596" y="593530"/>
                  </a:lnTo>
                  <a:close/>
                  <a:moveTo>
                    <a:pt x="1325804" y="14119"/>
                  </a:moveTo>
                  <a:cubicBezTo>
                    <a:pt x="1102040" y="14119"/>
                    <a:pt x="786395" y="182880"/>
                    <a:pt x="225734" y="482274"/>
                  </a:cubicBezTo>
                  <a:cubicBezTo>
                    <a:pt x="162606" y="516026"/>
                    <a:pt x="96352" y="551028"/>
                    <a:pt x="26972" y="587905"/>
                  </a:cubicBezTo>
                  <a:cubicBezTo>
                    <a:pt x="100727" y="561653"/>
                    <a:pt x="171981" y="536652"/>
                    <a:pt x="239485" y="512900"/>
                  </a:cubicBezTo>
                  <a:cubicBezTo>
                    <a:pt x="842023" y="299762"/>
                    <a:pt x="1179544" y="180379"/>
                    <a:pt x="1329554" y="14119"/>
                  </a:cubicBezTo>
                  <a:cubicBezTo>
                    <a:pt x="1328304" y="14119"/>
                    <a:pt x="1327054" y="14119"/>
                    <a:pt x="1325804" y="141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110520" y="4014720"/>
              <a:ext cx="487440" cy="1090800"/>
            </a:xfrm>
            <a:custGeom>
              <a:rect b="b" l="l" r="r" t="t"/>
              <a:pathLst>
                <a:path extrusionOk="0" h="1359460" w="607567">
                  <a:moveTo>
                    <a:pt x="594203" y="1359460"/>
                  </a:moveTo>
                  <a:cubicBezTo>
                    <a:pt x="589204" y="1359460"/>
                    <a:pt x="584828" y="1356960"/>
                    <a:pt x="582953" y="1352585"/>
                  </a:cubicBezTo>
                  <a:cubicBezTo>
                    <a:pt x="543575" y="1278205"/>
                    <a:pt x="506073" y="1208201"/>
                    <a:pt x="469821" y="1140697"/>
                  </a:cubicBezTo>
                  <a:cubicBezTo>
                    <a:pt x="161052" y="561910"/>
                    <a:pt x="-9584" y="243140"/>
                    <a:pt x="416" y="14376"/>
                  </a:cubicBezTo>
                  <a:lnTo>
                    <a:pt x="1042" y="0"/>
                  </a:lnTo>
                  <a:lnTo>
                    <a:pt x="12292" y="9376"/>
                  </a:lnTo>
                  <a:cubicBezTo>
                    <a:pt x="187928" y="156260"/>
                    <a:pt x="307936" y="496906"/>
                    <a:pt x="526700" y="1115070"/>
                  </a:cubicBezTo>
                  <a:cubicBezTo>
                    <a:pt x="552326" y="1186949"/>
                    <a:pt x="578578" y="1262579"/>
                    <a:pt x="606704" y="1341334"/>
                  </a:cubicBezTo>
                  <a:lnTo>
                    <a:pt x="606704" y="1341334"/>
                  </a:lnTo>
                  <a:cubicBezTo>
                    <a:pt x="609205" y="1348210"/>
                    <a:pt x="606079" y="1355085"/>
                    <a:pt x="599829" y="1357585"/>
                  </a:cubicBezTo>
                  <a:cubicBezTo>
                    <a:pt x="597329" y="1358835"/>
                    <a:pt x="595454" y="1359460"/>
                    <a:pt x="594203" y="1359460"/>
                  </a:cubicBezTo>
                  <a:close/>
                  <a:moveTo>
                    <a:pt x="592954" y="1346334"/>
                  </a:moveTo>
                  <a:lnTo>
                    <a:pt x="592954" y="1346334"/>
                  </a:lnTo>
                  <a:lnTo>
                    <a:pt x="592954" y="1346334"/>
                  </a:lnTo>
                  <a:lnTo>
                    <a:pt x="592954" y="1346334"/>
                  </a:lnTo>
                  <a:close/>
                  <a:moveTo>
                    <a:pt x="14167" y="30002"/>
                  </a:moveTo>
                  <a:cubicBezTo>
                    <a:pt x="12292" y="253766"/>
                    <a:pt x="181053" y="570036"/>
                    <a:pt x="482322" y="1133821"/>
                  </a:cubicBezTo>
                  <a:cubicBezTo>
                    <a:pt x="516074" y="1196950"/>
                    <a:pt x="551076" y="1263204"/>
                    <a:pt x="587953" y="1331959"/>
                  </a:cubicBezTo>
                  <a:cubicBezTo>
                    <a:pt x="561702" y="1258204"/>
                    <a:pt x="536700" y="1186949"/>
                    <a:pt x="512948" y="1119445"/>
                  </a:cubicBezTo>
                  <a:cubicBezTo>
                    <a:pt x="299810" y="517532"/>
                    <a:pt x="180428" y="179386"/>
                    <a:pt x="14167" y="300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169560" y="3378240"/>
              <a:ext cx="1090800" cy="487440"/>
            </a:xfrm>
            <a:custGeom>
              <a:rect b="b" l="l" r="r" t="t"/>
              <a:pathLst>
                <a:path extrusionOk="0" h="607776" w="1359555">
                  <a:moveTo>
                    <a:pt x="33127" y="607776"/>
                  </a:moveTo>
                  <a:cubicBezTo>
                    <a:pt x="26876" y="607776"/>
                    <a:pt x="20626" y="607776"/>
                    <a:pt x="14375" y="607151"/>
                  </a:cubicBezTo>
                  <a:lnTo>
                    <a:pt x="0" y="606526"/>
                  </a:lnTo>
                  <a:lnTo>
                    <a:pt x="9376" y="595275"/>
                  </a:lnTo>
                  <a:cubicBezTo>
                    <a:pt x="156260" y="419639"/>
                    <a:pt x="496906" y="299632"/>
                    <a:pt x="1115695" y="80868"/>
                  </a:cubicBezTo>
                  <a:cubicBezTo>
                    <a:pt x="1187575" y="55241"/>
                    <a:pt x="1263204" y="28990"/>
                    <a:pt x="1341959" y="863"/>
                  </a:cubicBezTo>
                  <a:lnTo>
                    <a:pt x="1341959" y="863"/>
                  </a:lnTo>
                  <a:cubicBezTo>
                    <a:pt x="1348834" y="-1637"/>
                    <a:pt x="1355710" y="1488"/>
                    <a:pt x="1358210" y="7739"/>
                  </a:cubicBezTo>
                  <a:cubicBezTo>
                    <a:pt x="1361335" y="13989"/>
                    <a:pt x="1358836" y="21489"/>
                    <a:pt x="1352585" y="24615"/>
                  </a:cubicBezTo>
                  <a:cubicBezTo>
                    <a:pt x="1278205" y="63992"/>
                    <a:pt x="1207576" y="101494"/>
                    <a:pt x="1140697" y="137747"/>
                  </a:cubicBezTo>
                  <a:cubicBezTo>
                    <a:pt x="576911" y="438391"/>
                    <a:pt x="260016" y="607776"/>
                    <a:pt x="33127" y="607776"/>
                  </a:cubicBezTo>
                  <a:close/>
                  <a:moveTo>
                    <a:pt x="29377" y="593400"/>
                  </a:moveTo>
                  <a:cubicBezTo>
                    <a:pt x="30627" y="593400"/>
                    <a:pt x="31877" y="593400"/>
                    <a:pt x="32502" y="593400"/>
                  </a:cubicBezTo>
                  <a:cubicBezTo>
                    <a:pt x="256266" y="593400"/>
                    <a:pt x="571911" y="424640"/>
                    <a:pt x="1132571" y="125246"/>
                  </a:cubicBezTo>
                  <a:cubicBezTo>
                    <a:pt x="1195700" y="91494"/>
                    <a:pt x="1261955" y="56492"/>
                    <a:pt x="1331334" y="19614"/>
                  </a:cubicBezTo>
                  <a:cubicBezTo>
                    <a:pt x="1257579" y="45866"/>
                    <a:pt x="1186950" y="70867"/>
                    <a:pt x="1119445" y="94619"/>
                  </a:cubicBezTo>
                  <a:cubicBezTo>
                    <a:pt x="516907" y="307132"/>
                    <a:pt x="179386" y="426515"/>
                    <a:pt x="29377" y="593400"/>
                  </a:cubicBezTo>
                  <a:close/>
                  <a:moveTo>
                    <a:pt x="1346335" y="13989"/>
                  </a:moveTo>
                  <a:lnTo>
                    <a:pt x="1346335" y="13989"/>
                  </a:lnTo>
                  <a:lnTo>
                    <a:pt x="1343834" y="7113"/>
                  </a:lnTo>
                  <a:lnTo>
                    <a:pt x="1346335" y="1398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-467280" y="2715480"/>
              <a:ext cx="487440" cy="1090800"/>
            </a:xfrm>
            <a:custGeom>
              <a:rect b="b" l="l" r="r" t="t"/>
              <a:pathLst>
                <a:path extrusionOk="0" h="1359555" w="607567">
                  <a:moveTo>
                    <a:pt x="606526" y="1359556"/>
                  </a:moveTo>
                  <a:lnTo>
                    <a:pt x="595275" y="1350180"/>
                  </a:lnTo>
                  <a:cubicBezTo>
                    <a:pt x="419639" y="1203296"/>
                    <a:pt x="299632" y="862650"/>
                    <a:pt x="80869" y="243861"/>
                  </a:cubicBezTo>
                  <a:cubicBezTo>
                    <a:pt x="55242" y="171981"/>
                    <a:pt x="28990" y="96351"/>
                    <a:pt x="863" y="17596"/>
                  </a:cubicBezTo>
                  <a:lnTo>
                    <a:pt x="863" y="17596"/>
                  </a:lnTo>
                  <a:cubicBezTo>
                    <a:pt x="-1637" y="10721"/>
                    <a:pt x="1488" y="3846"/>
                    <a:pt x="7738" y="1345"/>
                  </a:cubicBezTo>
                  <a:cubicBezTo>
                    <a:pt x="13989" y="-1780"/>
                    <a:pt x="21490" y="720"/>
                    <a:pt x="24615" y="6971"/>
                  </a:cubicBezTo>
                  <a:cubicBezTo>
                    <a:pt x="63992" y="81350"/>
                    <a:pt x="101494" y="151980"/>
                    <a:pt x="137747" y="218859"/>
                  </a:cubicBezTo>
                  <a:cubicBezTo>
                    <a:pt x="446516" y="797645"/>
                    <a:pt x="617152" y="1116415"/>
                    <a:pt x="607151" y="1344555"/>
                  </a:cubicBezTo>
                  <a:lnTo>
                    <a:pt x="606526" y="1359556"/>
                  </a:lnTo>
                  <a:close/>
                  <a:moveTo>
                    <a:pt x="19614" y="27597"/>
                  </a:moveTo>
                  <a:cubicBezTo>
                    <a:pt x="45866" y="101352"/>
                    <a:pt x="70868" y="171981"/>
                    <a:pt x="94619" y="239485"/>
                  </a:cubicBezTo>
                  <a:cubicBezTo>
                    <a:pt x="307757" y="842023"/>
                    <a:pt x="427140" y="1180170"/>
                    <a:pt x="593401" y="1329554"/>
                  </a:cubicBezTo>
                  <a:cubicBezTo>
                    <a:pt x="595275" y="1105790"/>
                    <a:pt x="426515" y="789520"/>
                    <a:pt x="125246" y="225735"/>
                  </a:cubicBezTo>
                  <a:cubicBezTo>
                    <a:pt x="91494" y="162606"/>
                    <a:pt x="56492" y="96976"/>
                    <a:pt x="19614" y="27597"/>
                  </a:cubicBezTo>
                  <a:close/>
                  <a:moveTo>
                    <a:pt x="14614" y="13221"/>
                  </a:moveTo>
                  <a:lnTo>
                    <a:pt x="7738" y="15721"/>
                  </a:lnTo>
                  <a:lnTo>
                    <a:pt x="14614" y="1322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cxnSp>
        <p:nvCxnSpPr>
          <p:cNvPr id="108" name="Google Shape;108;p1"/>
          <p:cNvCxnSpPr/>
          <p:nvPr/>
        </p:nvCxnSpPr>
        <p:spPr>
          <a:xfrm>
            <a:off x="1695145" y="3187637"/>
            <a:ext cx="5459100" cy="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oval"/>
            <a:tailEnd len="med" w="med" type="oval"/>
          </a:ln>
        </p:spPr>
      </p:cxnSp>
      <p:grpSp>
        <p:nvGrpSpPr>
          <p:cNvPr id="109" name="Google Shape;109;p1"/>
          <p:cNvGrpSpPr/>
          <p:nvPr/>
        </p:nvGrpSpPr>
        <p:grpSpPr>
          <a:xfrm>
            <a:off x="6350400" y="4354200"/>
            <a:ext cx="499320" cy="499320"/>
            <a:chOff x="6350400" y="4354200"/>
            <a:chExt cx="499320" cy="499320"/>
          </a:xfrm>
        </p:grpSpPr>
        <p:sp>
          <p:nvSpPr>
            <p:cNvPr id="110" name="Google Shape;110;p1"/>
            <p:cNvSpPr/>
            <p:nvPr/>
          </p:nvSpPr>
          <p:spPr>
            <a:xfrm>
              <a:off x="6627240" y="4592520"/>
              <a:ext cx="222480" cy="23040"/>
            </a:xfrm>
            <a:custGeom>
              <a:rect b="b" l="l" r="r" t="t"/>
              <a:pathLst>
                <a:path extrusionOk="0" h="54004" w="517688">
                  <a:moveTo>
                    <a:pt x="510657" y="19502"/>
                  </a:moveTo>
                  <a:cubicBezTo>
                    <a:pt x="238140" y="-1125"/>
                    <a:pt x="83755" y="-14250"/>
                    <a:pt x="0" y="27002"/>
                  </a:cubicBezTo>
                  <a:cubicBezTo>
                    <a:pt x="83755" y="68255"/>
                    <a:pt x="238140" y="55129"/>
                    <a:pt x="510657" y="34503"/>
                  </a:cubicBezTo>
                  <a:cubicBezTo>
                    <a:pt x="520033" y="33877"/>
                    <a:pt x="520033" y="20127"/>
                    <a:pt x="510657" y="195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6588720" y="4631040"/>
              <a:ext cx="22680" cy="222480"/>
            </a:xfrm>
            <a:custGeom>
              <a:rect b="b" l="l" r="r" t="t"/>
              <a:pathLst>
                <a:path extrusionOk="0" h="517688" w="53781">
                  <a:moveTo>
                    <a:pt x="19279" y="510657"/>
                  </a:moveTo>
                  <a:cubicBezTo>
                    <a:pt x="19904" y="520033"/>
                    <a:pt x="33655" y="520033"/>
                    <a:pt x="34280" y="510657"/>
                  </a:cubicBezTo>
                  <a:cubicBezTo>
                    <a:pt x="54906" y="238140"/>
                    <a:pt x="68032" y="83755"/>
                    <a:pt x="26779" y="0"/>
                  </a:cubicBezTo>
                  <a:cubicBezTo>
                    <a:pt x="-14473" y="83755"/>
                    <a:pt x="-722" y="238140"/>
                    <a:pt x="19279" y="51065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6350400" y="4592520"/>
              <a:ext cx="222480" cy="23040"/>
            </a:xfrm>
            <a:custGeom>
              <a:rect b="b" l="l" r="r" t="t"/>
              <a:pathLst>
                <a:path extrusionOk="0" h="54004" w="517688">
                  <a:moveTo>
                    <a:pt x="7032" y="19502"/>
                  </a:moveTo>
                  <a:cubicBezTo>
                    <a:pt x="-2344" y="20127"/>
                    <a:pt x="-2344" y="33877"/>
                    <a:pt x="7032" y="34503"/>
                  </a:cubicBezTo>
                  <a:cubicBezTo>
                    <a:pt x="279549" y="55129"/>
                    <a:pt x="433934" y="68255"/>
                    <a:pt x="517689" y="27002"/>
                  </a:cubicBezTo>
                  <a:cubicBezTo>
                    <a:pt x="433934" y="-14250"/>
                    <a:pt x="280174" y="-1125"/>
                    <a:pt x="7032" y="195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11500" lIns="91425" spcFirstLastPara="1" rIns="91425" wrap="square" tIns="1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6588720" y="4354200"/>
              <a:ext cx="23040" cy="222480"/>
            </a:xfrm>
            <a:custGeom>
              <a:rect b="b" l="l" r="r" t="t"/>
              <a:pathLst>
                <a:path extrusionOk="0" h="517688" w="54004">
                  <a:moveTo>
                    <a:pt x="34503" y="7032"/>
                  </a:moveTo>
                  <a:cubicBezTo>
                    <a:pt x="33878" y="-2344"/>
                    <a:pt x="20127" y="-2344"/>
                    <a:pt x="19502" y="7032"/>
                  </a:cubicBezTo>
                  <a:cubicBezTo>
                    <a:pt x="-1125" y="279549"/>
                    <a:pt x="-14250" y="433933"/>
                    <a:pt x="27002" y="517689"/>
                  </a:cubicBezTo>
                  <a:cubicBezTo>
                    <a:pt x="68255" y="433933"/>
                    <a:pt x="55129" y="279549"/>
                    <a:pt x="34503" y="703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6619320" y="4426560"/>
              <a:ext cx="158040" cy="158040"/>
            </a:xfrm>
            <a:custGeom>
              <a:rect b="b" l="l" r="r" t="t"/>
              <a:pathLst>
                <a:path extrusionOk="0" h="367995" w="368244">
                  <a:moveTo>
                    <a:pt x="366273" y="12348"/>
                  </a:moveTo>
                  <a:cubicBezTo>
                    <a:pt x="372523" y="5472"/>
                    <a:pt x="362523" y="-3903"/>
                    <a:pt x="355647" y="1722"/>
                  </a:cubicBezTo>
                  <a:cubicBezTo>
                    <a:pt x="148759" y="179858"/>
                    <a:pt x="30002" y="279240"/>
                    <a:pt x="0" y="367995"/>
                  </a:cubicBezTo>
                  <a:cubicBezTo>
                    <a:pt x="88755" y="337368"/>
                    <a:pt x="188137" y="219236"/>
                    <a:pt x="366273" y="1234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6572880" y="4577040"/>
              <a:ext cx="54000" cy="54000"/>
            </a:xfrm>
            <a:custGeom>
              <a:rect b="b" l="l" r="r" t="t"/>
              <a:pathLst>
                <a:path extrusionOk="0" h="126258" w="126258">
                  <a:moveTo>
                    <a:pt x="108132" y="18126"/>
                  </a:moveTo>
                  <a:cubicBezTo>
                    <a:pt x="98131" y="21251"/>
                    <a:pt x="88756" y="23751"/>
                    <a:pt x="78755" y="25002"/>
                  </a:cubicBezTo>
                  <a:cubicBezTo>
                    <a:pt x="73130" y="17501"/>
                    <a:pt x="67504" y="9376"/>
                    <a:pt x="63129" y="0"/>
                  </a:cubicBezTo>
                  <a:cubicBezTo>
                    <a:pt x="58753" y="9376"/>
                    <a:pt x="53753" y="17501"/>
                    <a:pt x="47503" y="25002"/>
                  </a:cubicBezTo>
                  <a:cubicBezTo>
                    <a:pt x="38127" y="23751"/>
                    <a:pt x="28127" y="21251"/>
                    <a:pt x="18126" y="18126"/>
                  </a:cubicBezTo>
                  <a:cubicBezTo>
                    <a:pt x="21251" y="28127"/>
                    <a:pt x="23751" y="37502"/>
                    <a:pt x="25002" y="47503"/>
                  </a:cubicBezTo>
                  <a:cubicBezTo>
                    <a:pt x="17501" y="53128"/>
                    <a:pt x="9376" y="58754"/>
                    <a:pt x="0" y="63129"/>
                  </a:cubicBezTo>
                  <a:cubicBezTo>
                    <a:pt x="9376" y="67504"/>
                    <a:pt x="17501" y="72504"/>
                    <a:pt x="25002" y="78755"/>
                  </a:cubicBezTo>
                  <a:cubicBezTo>
                    <a:pt x="23751" y="88130"/>
                    <a:pt x="21251" y="98131"/>
                    <a:pt x="18126" y="108132"/>
                  </a:cubicBezTo>
                  <a:cubicBezTo>
                    <a:pt x="28127" y="105007"/>
                    <a:pt x="37502" y="102507"/>
                    <a:pt x="47503" y="101256"/>
                  </a:cubicBezTo>
                  <a:cubicBezTo>
                    <a:pt x="53128" y="108757"/>
                    <a:pt x="58753" y="116882"/>
                    <a:pt x="63129" y="126258"/>
                  </a:cubicBezTo>
                  <a:cubicBezTo>
                    <a:pt x="67504" y="116882"/>
                    <a:pt x="72504" y="108757"/>
                    <a:pt x="78755" y="101256"/>
                  </a:cubicBezTo>
                  <a:cubicBezTo>
                    <a:pt x="88130" y="102507"/>
                    <a:pt x="98131" y="105007"/>
                    <a:pt x="108132" y="108132"/>
                  </a:cubicBezTo>
                  <a:cubicBezTo>
                    <a:pt x="105007" y="98131"/>
                    <a:pt x="102506" y="88756"/>
                    <a:pt x="101256" y="78755"/>
                  </a:cubicBezTo>
                  <a:cubicBezTo>
                    <a:pt x="108757" y="73130"/>
                    <a:pt x="116882" y="67504"/>
                    <a:pt x="126258" y="63129"/>
                  </a:cubicBezTo>
                  <a:cubicBezTo>
                    <a:pt x="116882" y="58754"/>
                    <a:pt x="108757" y="53753"/>
                    <a:pt x="101256" y="47503"/>
                  </a:cubicBezTo>
                  <a:cubicBezTo>
                    <a:pt x="101881" y="37502"/>
                    <a:pt x="104382" y="27502"/>
                    <a:pt x="108132" y="1812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27000" lIns="91425" spcFirstLastPara="1" rIns="91425" wrap="square" tIns="27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6619320" y="4623120"/>
              <a:ext cx="158040" cy="158040"/>
            </a:xfrm>
            <a:custGeom>
              <a:rect b="b" l="l" r="r" t="t"/>
              <a:pathLst>
                <a:path extrusionOk="0" h="368245" w="367994">
                  <a:moveTo>
                    <a:pt x="355647" y="366273"/>
                  </a:moveTo>
                  <a:cubicBezTo>
                    <a:pt x="362523" y="372524"/>
                    <a:pt x="371898" y="362523"/>
                    <a:pt x="366273" y="355648"/>
                  </a:cubicBezTo>
                  <a:cubicBezTo>
                    <a:pt x="188137" y="148760"/>
                    <a:pt x="88755" y="30002"/>
                    <a:pt x="0" y="0"/>
                  </a:cubicBezTo>
                  <a:cubicBezTo>
                    <a:pt x="30627" y="88131"/>
                    <a:pt x="148759" y="188137"/>
                    <a:pt x="355647" y="36627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6422400" y="4623120"/>
              <a:ext cx="158040" cy="158040"/>
            </a:xfrm>
            <a:custGeom>
              <a:rect b="b" l="l" r="r" t="t"/>
              <a:pathLst>
                <a:path extrusionOk="0" h="367995" w="368245">
                  <a:moveTo>
                    <a:pt x="1972" y="355648"/>
                  </a:moveTo>
                  <a:cubicBezTo>
                    <a:pt x="-4278" y="362523"/>
                    <a:pt x="5722" y="371898"/>
                    <a:pt x="12598" y="366273"/>
                  </a:cubicBezTo>
                  <a:cubicBezTo>
                    <a:pt x="219486" y="188137"/>
                    <a:pt x="338243" y="88756"/>
                    <a:pt x="368245" y="0"/>
                  </a:cubicBezTo>
                  <a:cubicBezTo>
                    <a:pt x="280114" y="30002"/>
                    <a:pt x="180108" y="148760"/>
                    <a:pt x="1972" y="35564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6422760" y="4426200"/>
              <a:ext cx="158040" cy="158040"/>
            </a:xfrm>
            <a:custGeom>
              <a:rect b="b" l="l" r="r" t="t"/>
              <a:pathLst>
                <a:path extrusionOk="0" h="368245" w="367995">
                  <a:moveTo>
                    <a:pt x="12348" y="1972"/>
                  </a:moveTo>
                  <a:cubicBezTo>
                    <a:pt x="5472" y="-4278"/>
                    <a:pt x="-3903" y="5722"/>
                    <a:pt x="1722" y="12598"/>
                  </a:cubicBezTo>
                  <a:cubicBezTo>
                    <a:pt x="179858" y="219486"/>
                    <a:pt x="279240" y="338243"/>
                    <a:pt x="367995" y="368245"/>
                  </a:cubicBezTo>
                  <a:cubicBezTo>
                    <a:pt x="337993" y="279490"/>
                    <a:pt x="219861" y="180108"/>
                    <a:pt x="12348" y="197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19" name="Google Shape;119;p1"/>
          <p:cNvSpPr txBox="1"/>
          <p:nvPr>
            <p:ph type="title"/>
          </p:nvPr>
        </p:nvSpPr>
        <p:spPr>
          <a:xfrm>
            <a:off x="114500" y="1243975"/>
            <a:ext cx="8925600" cy="18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Verdana"/>
              <a:buNone/>
            </a:pPr>
            <a:r>
              <a:rPr b="1" lang="en-US" sz="4000">
                <a:latin typeface="Verdana"/>
                <a:ea typeface="Verdana"/>
                <a:cs typeface="Verdana"/>
                <a:sym typeface="Verdana"/>
              </a:rPr>
              <a:t>Case Study 3: TastyBite’s Product Pricing &amp; Profitability</a:t>
            </a:r>
            <a:br>
              <a:rPr b="1" lang="en-US" sz="4000">
                <a:latin typeface="Verdana"/>
                <a:ea typeface="Verdana"/>
                <a:cs typeface="Verdana"/>
                <a:sym typeface="Verdana"/>
              </a:rPr>
            </a:br>
            <a:r>
              <a:rPr b="1" lang="en-US" sz="4000">
                <a:latin typeface="Verdana"/>
                <a:ea typeface="Verdana"/>
                <a:cs typeface="Verdana"/>
                <a:sym typeface="Verdana"/>
              </a:rPr>
              <a:t>   FY 2024 - 2025</a:t>
            </a:r>
            <a:endParaRPr sz="4000"/>
          </a:p>
        </p:txBody>
      </p:sp>
      <p:sp>
        <p:nvSpPr>
          <p:cNvPr id="120" name="Google Shape;120;p1"/>
          <p:cNvSpPr txBox="1"/>
          <p:nvPr/>
        </p:nvSpPr>
        <p:spPr>
          <a:xfrm>
            <a:off x="5411888" y="3452893"/>
            <a:ext cx="3484593" cy="796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255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Sai Jhansi Kongara</a:t>
            </a:r>
            <a:endParaRPr sz="2550"/>
          </a:p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b="0" i="0" lang="en-US" sz="17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Student at Sharpener </a:t>
            </a:r>
            <a:r>
              <a:rPr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Tech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8540" y="16342"/>
            <a:ext cx="2115460" cy="1900989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126" name="Google Shape;126;p2"/>
          <p:cNvSpPr txBox="1"/>
          <p:nvPr>
            <p:ph idx="4294967295" type="subTitle"/>
          </p:nvPr>
        </p:nvSpPr>
        <p:spPr>
          <a:xfrm>
            <a:off x="379950" y="1239850"/>
            <a:ext cx="65505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 u="none" cap="none" strike="noStrike">
                <a:latin typeface="Verdana"/>
                <a:ea typeface="Verdana"/>
                <a:cs typeface="Verdana"/>
                <a:sym typeface="Verdana"/>
              </a:rPr>
              <a:t>Analyze TastyBite</a:t>
            </a: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’</a:t>
            </a:r>
            <a:r>
              <a:rPr i="0" lang="en-US" sz="1400" u="none" cap="none" strike="noStrike">
                <a:latin typeface="Verdana"/>
                <a:ea typeface="Verdana"/>
                <a:cs typeface="Verdana"/>
                <a:sym typeface="Verdana"/>
              </a:rPr>
              <a:t>s Product Pricing &amp; Profitability</a:t>
            </a: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, a food delivery app operating in multiple cities. and to provide necessary business recommendations to generate more Profit. 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754710" y="500959"/>
            <a:ext cx="1928331" cy="53944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AIM</a:t>
            </a:r>
            <a:endParaRPr sz="2800"/>
          </a:p>
        </p:txBody>
      </p:sp>
      <p:sp>
        <p:nvSpPr>
          <p:cNvPr id="128" name="Google Shape;128;p2"/>
          <p:cNvSpPr txBox="1"/>
          <p:nvPr/>
        </p:nvSpPr>
        <p:spPr>
          <a:xfrm>
            <a:off x="379950" y="3473675"/>
            <a:ext cx="2810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Tools Used: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Microsoft </a:t>
            </a:r>
            <a:r>
              <a:rPr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Power BI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Spreadsheet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ChatGPT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379950" y="2105150"/>
            <a:ext cx="8244600" cy="13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Business Objectives:</a:t>
            </a:r>
            <a:endParaRPr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Identify high-profit and low-profit products and categories.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 understand how discounts and promotions affect profit margins.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 recommend pricing optimization and promotional strategies to improve overall profitability without negatively affecting customer demand.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770325" y="1665575"/>
            <a:ext cx="3091500" cy="16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Business Analysis</a:t>
            </a:r>
            <a:endParaRPr sz="4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descr="image6a0b52991274c" id="135" name="Google Shape;1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8254" y="180"/>
            <a:ext cx="4571640" cy="5143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"/>
          <p:cNvSpPr/>
          <p:nvPr/>
        </p:nvSpPr>
        <p:spPr>
          <a:xfrm>
            <a:off x="1094874" y="476280"/>
            <a:ext cx="4162926" cy="5365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Dataset &amp; </a:t>
            </a:r>
            <a:r>
              <a:rPr b="1"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EDA</a:t>
            </a:r>
            <a:endParaRPr b="0" i="0" sz="24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41" name="Google Shape;14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54174"/>
            <a:ext cx="9144000" cy="806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571750"/>
            <a:ext cx="9144000" cy="844593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"/>
          <p:cNvSpPr txBox="1"/>
          <p:nvPr/>
        </p:nvSpPr>
        <p:spPr>
          <a:xfrm>
            <a:off x="438650" y="3488325"/>
            <a:ext cx="5589000" cy="1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Chatgpt driven Dataset.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Replacing null Values are with “0”.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Blank Text entries with “Unknown".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•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Revenue including Discount: =Quantity * (SellingPrice - (SellingPrice * DiscountPercent / 100))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6027822" y="3727428"/>
            <a:ext cx="2514600" cy="880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accent6"/>
                </a:solidFill>
                <a:latin typeface="Verdana"/>
                <a:ea typeface="Verdana"/>
                <a:cs typeface="Verdana"/>
                <a:sym typeface="Verdana"/>
              </a:rPr>
              <a:t>1000</a:t>
            </a:r>
            <a:r>
              <a:rPr b="0" i="0" lang="en-US" sz="1200" u="none" cap="none" strike="noStrike">
                <a:solidFill>
                  <a:schemeClr val="accent6"/>
                </a:solidFill>
                <a:latin typeface="Verdana"/>
                <a:ea typeface="Verdana"/>
                <a:cs typeface="Verdana"/>
                <a:sym typeface="Verdana"/>
              </a:rPr>
              <a:t> TastyBites Product Pricing &amp; Profitability Data Entries</a:t>
            </a:r>
            <a:r>
              <a:rPr lang="en-US"/>
              <a:t> </a:t>
            </a:r>
            <a:r>
              <a:rPr b="1" i="0" lang="en-US" sz="1200" u="none" cap="none" strike="noStrike">
                <a:solidFill>
                  <a:schemeClr val="accent6"/>
                </a:solidFill>
                <a:latin typeface="Verdana"/>
                <a:ea typeface="Verdana"/>
                <a:cs typeface="Verdana"/>
                <a:sym typeface="Verdana"/>
              </a:rPr>
              <a:t>FY 2024-2025</a:t>
            </a:r>
            <a:endParaRPr b="0" i="0" sz="1200" u="none" cap="none" strike="noStrike">
              <a:solidFill>
                <a:schemeClr val="accent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/>
          <p:nvPr/>
        </p:nvSpPr>
        <p:spPr>
          <a:xfrm>
            <a:off x="1058778" y="476280"/>
            <a:ext cx="2911643" cy="4982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DAX Measures</a:t>
            </a:r>
            <a:endParaRPr b="0" sz="24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50" name="Google Shape;1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525" y="1869925"/>
            <a:ext cx="8281400" cy="124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522" y="974542"/>
            <a:ext cx="8509752" cy="772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521" y="3326100"/>
            <a:ext cx="4257457" cy="1245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/>
          <p:nvPr/>
        </p:nvSpPr>
        <p:spPr>
          <a:xfrm>
            <a:off x="1072124" y="476280"/>
            <a:ext cx="2898297" cy="73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KPI Summary</a:t>
            </a:r>
            <a:endParaRPr b="0" sz="2400" u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8" name="Google Shape;158;p5"/>
          <p:cNvPicPr preferRelativeResize="0"/>
          <p:nvPr/>
        </p:nvPicPr>
        <p:blipFill rotWithShape="1">
          <a:blip r:embed="rId3">
            <a:alphaModFix/>
          </a:blip>
          <a:srcRect b="0" l="0" r="1283" t="0"/>
          <a:stretch/>
        </p:blipFill>
        <p:spPr>
          <a:xfrm>
            <a:off x="3544800" y="973400"/>
            <a:ext cx="1645450" cy="402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/>
          <p:nvPr/>
        </p:nvSpPr>
        <p:spPr>
          <a:xfrm>
            <a:off x="551725" y="1337676"/>
            <a:ext cx="3543600" cy="26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Business Insights </a:t>
            </a: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r>
              <a:rPr b="1"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Recommendations </a:t>
            </a:r>
            <a:endParaRPr b="1" sz="2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 terms of Quick wins and long-term strategies</a:t>
            </a:r>
            <a:endParaRPr b="1" sz="4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4000" u="none" strike="noStrik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descr="image6a0b52991da93" id="164" name="Google Shape;16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 txBox="1"/>
          <p:nvPr>
            <p:ph idx="4294967295" type="title"/>
          </p:nvPr>
        </p:nvSpPr>
        <p:spPr>
          <a:xfrm>
            <a:off x="637675" y="333549"/>
            <a:ext cx="45240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None/>
            </a:pPr>
            <a:r>
              <a:rPr b="1" lang="en-US" sz="2400">
                <a:latin typeface="Verdana"/>
                <a:ea typeface="Verdana"/>
                <a:cs typeface="Verdana"/>
                <a:sym typeface="Verdana"/>
              </a:rPr>
              <a:t>Food </a:t>
            </a: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Product </a:t>
            </a: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Performance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572050" y="3743525"/>
            <a:ext cx="7973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Most Profitable is Pizza compared to 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Italian Pasta because we spend more on it comparatively, least profitable are Chinese Noodles.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Revenue lost majorly on Indian Biryani.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1" name="Google Shape;171;p8"/>
          <p:cNvPicPr preferRelativeResize="0"/>
          <p:nvPr/>
        </p:nvPicPr>
        <p:blipFill rotWithShape="1">
          <a:blip r:embed="rId3">
            <a:alphaModFix/>
          </a:blip>
          <a:srcRect b="0" l="636" r="0" t="1019"/>
          <a:stretch/>
        </p:blipFill>
        <p:spPr>
          <a:xfrm>
            <a:off x="308375" y="903800"/>
            <a:ext cx="8555824" cy="29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3fb7c0b90_0_14"/>
          <p:cNvSpPr txBox="1"/>
          <p:nvPr>
            <p:ph idx="4294967295" type="title"/>
          </p:nvPr>
        </p:nvSpPr>
        <p:spPr>
          <a:xfrm>
            <a:off x="637674" y="333546"/>
            <a:ext cx="45240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None/>
            </a:pPr>
            <a:r>
              <a:rPr b="1" lang="en-US" sz="2400">
                <a:latin typeface="Verdana"/>
                <a:ea typeface="Verdana"/>
                <a:cs typeface="Verdana"/>
                <a:sym typeface="Verdana"/>
              </a:rPr>
              <a:t>Food </a:t>
            </a:r>
            <a:r>
              <a:rPr b="1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Product Performance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7" name="Google Shape;177;g3e3fb7c0b90_0_14"/>
          <p:cNvSpPr txBox="1"/>
          <p:nvPr/>
        </p:nvSpPr>
        <p:spPr>
          <a:xfrm>
            <a:off x="321575" y="1374775"/>
            <a:ext cx="3895500" cy="3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Quick wins</a:t>
            </a:r>
            <a:r>
              <a:rPr b="1"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(0–3 Months)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Recommendations to actions: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Bundle high-profit products with low-profit products to improve overall profitability.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Long-term strategies</a:t>
            </a:r>
            <a:r>
              <a:rPr b="1"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(3–12 Months)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Implement profitability-based product segmentation (High, Medium, Low Profit Products).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Numerical Statistics: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8" name="Google Shape;178;g3e3fb7c0b90_0_14"/>
          <p:cNvPicPr preferRelativeResize="0"/>
          <p:nvPr/>
        </p:nvPicPr>
        <p:blipFill rotWithShape="1">
          <a:blip r:embed="rId3">
            <a:alphaModFix/>
          </a:blip>
          <a:srcRect b="0" l="1439" r="0" t="2018"/>
          <a:stretch/>
        </p:blipFill>
        <p:spPr>
          <a:xfrm>
            <a:off x="4473075" y="2948225"/>
            <a:ext cx="3844001" cy="20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3e3fb7c0b90_0_14"/>
          <p:cNvPicPr preferRelativeResize="0"/>
          <p:nvPr/>
        </p:nvPicPr>
        <p:blipFill rotWithShape="1">
          <a:blip r:embed="rId4">
            <a:alphaModFix/>
          </a:blip>
          <a:srcRect b="0" l="478" r="0" t="744"/>
          <a:stretch/>
        </p:blipFill>
        <p:spPr>
          <a:xfrm>
            <a:off x="4300300" y="926550"/>
            <a:ext cx="4667350" cy="178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/>
          <p:nvPr/>
        </p:nvSpPr>
        <p:spPr>
          <a:xfrm>
            <a:off x="1070804" y="476277"/>
            <a:ext cx="46338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Discount Percent Analysis</a:t>
            </a:r>
            <a:endParaRPr b="1" sz="2400" u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5" name="Google Shape;18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7500" y="1419227"/>
            <a:ext cx="4314825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1"/>
          <p:cNvSpPr txBox="1"/>
          <p:nvPr/>
        </p:nvSpPr>
        <p:spPr>
          <a:xfrm>
            <a:off x="1811375" y="4025725"/>
            <a:ext cx="586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Most Profitable is Pizza from Fast food on Slide No: 8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3fb7c0b90_0_30"/>
          <p:cNvSpPr/>
          <p:nvPr/>
        </p:nvSpPr>
        <p:spPr>
          <a:xfrm>
            <a:off x="1070804" y="476276"/>
            <a:ext cx="48525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Discount Percent Analysis</a:t>
            </a:r>
            <a:endParaRPr b="1" sz="2400" u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2" name="Google Shape;192;g3e3fb7c0b90_0_30"/>
          <p:cNvSpPr txBox="1"/>
          <p:nvPr/>
        </p:nvSpPr>
        <p:spPr>
          <a:xfrm>
            <a:off x="473650" y="1322050"/>
            <a:ext cx="3206100" cy="28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Quick wins</a:t>
            </a:r>
            <a:r>
              <a:rPr b="1"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Test different discount levels (5%, 10%, 15%) to identify the most profitable option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Long-term strategies</a:t>
            </a:r>
            <a:r>
              <a:rPr b="1"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Develop dynamic discounting based on demand, inventory levels, and seasonality.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93" name="Google Shape;193;g3e3fb7c0b90_0_30"/>
          <p:cNvPicPr preferRelativeResize="0"/>
          <p:nvPr/>
        </p:nvPicPr>
        <p:blipFill rotWithShape="1">
          <a:blip r:embed="rId3">
            <a:alphaModFix/>
          </a:blip>
          <a:srcRect b="0" l="0" r="0" t="921"/>
          <a:stretch/>
        </p:blipFill>
        <p:spPr>
          <a:xfrm>
            <a:off x="3797475" y="1516400"/>
            <a:ext cx="4314825" cy="228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"/>
          <p:cNvSpPr/>
          <p:nvPr/>
        </p:nvSpPr>
        <p:spPr>
          <a:xfrm>
            <a:off x="1053192" y="476280"/>
            <a:ext cx="2343151" cy="764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Conclusion</a:t>
            </a:r>
            <a:endParaRPr b="0" sz="2400" u="none" strike="noStrik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516950" y="1351400"/>
            <a:ext cx="8150700" cy="29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Case Study analyzed product profitability to identify high-profit and low-profit products and understand how discounts and promotions impact overall profit margins.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analysis revealed that while discounts can increase sales volume, excessive discounting often reduces profitability, particularly for low-margin products.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Pasta, followed by pizza, generated more revenue and showed a high profit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This may be varied across regions due to differences in food preferences, customer demand patterns, and purchasing behavior.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●"/>
            </a:pPr>
            <a:r>
              <a:rPr lang="en-US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Implementing both short-term and long-term pricing strategies will help the company make data-driven decisions, protect profit margins, and achieve sustainable revenue and profitability growth.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8540" y="16342"/>
            <a:ext cx="2115460" cy="1900989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205" name="Google Shape;205;p14"/>
          <p:cNvSpPr txBox="1"/>
          <p:nvPr/>
        </p:nvSpPr>
        <p:spPr>
          <a:xfrm>
            <a:off x="1620983" y="685269"/>
            <a:ext cx="4671532" cy="9745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THANK YOU</a:t>
            </a:r>
            <a:endParaRPr b="1" sz="4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6" name="Google Shape;206;p14"/>
          <p:cNvSpPr txBox="1"/>
          <p:nvPr/>
        </p:nvSpPr>
        <p:spPr>
          <a:xfrm>
            <a:off x="633500" y="1493650"/>
            <a:ext cx="7253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Any Questions?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t/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Check out </a:t>
            </a:r>
            <a:r>
              <a:rPr b="1"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Working Model</a:t>
            </a:r>
            <a:r>
              <a:rPr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Here: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Verdana"/>
              <a:buNone/>
            </a:pPr>
            <a:r>
              <a:rPr lang="en-US" sz="18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4"/>
              </a:rPr>
              <a:t>Case Study 3: TastyBites_Product Pricing &amp; Profitability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7" name="Google Shape;207;p14"/>
          <p:cNvSpPr txBox="1"/>
          <p:nvPr/>
        </p:nvSpPr>
        <p:spPr>
          <a:xfrm>
            <a:off x="633501" y="2894400"/>
            <a:ext cx="271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en-US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Connect me at: 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5"/>
              </a:rPr>
              <a:t>Sai Jhansi Kongara</a:t>
            </a:r>
            <a:endParaRPr sz="16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08" name="Google Shape;2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81217" y="2989927"/>
            <a:ext cx="424543" cy="424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search Skills - Language Arts - 8th grade by Slidesgo">
  <a:themeElements>
    <a:clrScheme name="Simple Light">
      <a:dk1>
        <a:srgbClr val="FFFFFF"/>
      </a:dk1>
      <a:lt1>
        <a:srgbClr val="113A34"/>
      </a:lt1>
      <a:dk2>
        <a:srgbClr val="8DDC65"/>
      </a:dk2>
      <a:lt2>
        <a:srgbClr val="68E957"/>
      </a:lt2>
      <a:accent1>
        <a:srgbClr val="40B3A4"/>
      </a:accent1>
      <a:accent2>
        <a:srgbClr val="4ADDC6"/>
      </a:accent2>
      <a:accent3>
        <a:srgbClr val="B1F3E8"/>
      </a:accent3>
      <a:accent4>
        <a:srgbClr val="EFEFE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search Skills - Language Arts - 8th grade by Slidesgo">
  <a:themeElements>
    <a:clrScheme name="Simple Light">
      <a:dk1>
        <a:srgbClr val="FFFFFF"/>
      </a:dk1>
      <a:lt1>
        <a:srgbClr val="113A34"/>
      </a:lt1>
      <a:dk2>
        <a:srgbClr val="8DDC65"/>
      </a:dk2>
      <a:lt2>
        <a:srgbClr val="68E957"/>
      </a:lt2>
      <a:accent1>
        <a:srgbClr val="40B3A4"/>
      </a:accent1>
      <a:accent2>
        <a:srgbClr val="4ADDC6"/>
      </a:accent2>
      <a:accent3>
        <a:srgbClr val="B1F3E8"/>
      </a:accent3>
      <a:accent4>
        <a:srgbClr val="EFEFE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12.0</vt:r8>
  </property>
</Properties>
</file>